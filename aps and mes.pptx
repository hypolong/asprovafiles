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67" r:id="rId3"/>
    <p:sldId id="270" r:id="rId4"/>
    <p:sldId id="271" r:id="rId5"/>
    <p:sldId id="272" r:id="rId6"/>
    <p:sldId id="275" r:id="rId7"/>
    <p:sldId id="276" r:id="rId8"/>
    <p:sldId id="274" r:id="rId9"/>
    <p:sldId id="273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　HAIBO" userId="38da6880-df12-475c-afbd-06379a716380" providerId="ADAL" clId="{7C8B7493-7990-417F-8D6D-74BEF60AAE7E}"/>
    <pc:docChg chg="custSel modSld">
      <pc:chgData name="LONG　HAIBO" userId="38da6880-df12-475c-afbd-06379a716380" providerId="ADAL" clId="{7C8B7493-7990-417F-8D6D-74BEF60AAE7E}" dt="2026-04-23T00:49:09.378" v="61" actId="20577"/>
      <pc:docMkLst>
        <pc:docMk/>
      </pc:docMkLst>
      <pc:sldChg chg="modSp mod">
        <pc:chgData name="LONG　HAIBO" userId="38da6880-df12-475c-afbd-06379a716380" providerId="ADAL" clId="{7C8B7493-7990-417F-8D6D-74BEF60AAE7E}" dt="2026-04-23T00:49:09.378" v="61" actId="20577"/>
        <pc:sldMkLst>
          <pc:docMk/>
          <pc:sldMk cId="460276484" sldId="270"/>
        </pc:sldMkLst>
        <pc:graphicFrameChg chg="modGraphic">
          <ac:chgData name="LONG　HAIBO" userId="38da6880-df12-475c-afbd-06379a716380" providerId="ADAL" clId="{7C8B7493-7990-417F-8D6D-74BEF60AAE7E}" dt="2026-04-23T00:49:09.378" v="61" actId="20577"/>
          <ac:graphicFrameMkLst>
            <pc:docMk/>
            <pc:sldMk cId="460276484" sldId="270"/>
            <ac:graphicFrameMk id="2" creationId="{6CE47961-C629-3EB4-12AF-3D7202B7D2B8}"/>
          </ac:graphicFrameMkLst>
        </pc:graphicFrameChg>
      </pc:sldChg>
    </pc:docChg>
  </pc:docChgLst>
  <pc:docChgLst>
    <pc:chgData name="LONG　HAIBO" userId="38da6880-df12-475c-afbd-06379a716380" providerId="ADAL" clId="{14AF4BEF-A242-4640-9D0B-5D8FF404D542}"/>
    <pc:docChg chg="undo custSel addSld modSld sldOrd">
      <pc:chgData name="LONG　HAIBO" userId="38da6880-df12-475c-afbd-06379a716380" providerId="ADAL" clId="{14AF4BEF-A242-4640-9D0B-5D8FF404D542}" dt="2026-05-08T05:12:37.138" v="2214" actId="20577"/>
      <pc:docMkLst>
        <pc:docMk/>
      </pc:docMkLst>
      <pc:sldChg chg="modSp add mod ord">
        <pc:chgData name="LONG　HAIBO" userId="38da6880-df12-475c-afbd-06379a716380" providerId="ADAL" clId="{14AF4BEF-A242-4640-9D0B-5D8FF404D542}" dt="2026-05-07T08:51:03.957" v="2211" actId="20577"/>
        <pc:sldMkLst>
          <pc:docMk/>
          <pc:sldMk cId="86946505" sldId="267"/>
        </pc:sldMkLst>
        <pc:spChg chg="mod">
          <ac:chgData name="LONG　HAIBO" userId="38da6880-df12-475c-afbd-06379a716380" providerId="ADAL" clId="{14AF4BEF-A242-4640-9D0B-5D8FF404D542}" dt="2026-05-07T08:49:10.074" v="2148" actId="207"/>
          <ac:spMkLst>
            <pc:docMk/>
            <pc:sldMk cId="86946505" sldId="267"/>
            <ac:spMk id="3" creationId="{0D847296-E5D5-8706-01A6-452F52E13DDF}"/>
          </ac:spMkLst>
        </pc:spChg>
        <pc:spChg chg="mod">
          <ac:chgData name="LONG　HAIBO" userId="38da6880-df12-475c-afbd-06379a716380" providerId="ADAL" clId="{14AF4BEF-A242-4640-9D0B-5D8FF404D542}" dt="2026-05-07T08:51:03.957" v="2211" actId="20577"/>
          <ac:spMkLst>
            <pc:docMk/>
            <pc:sldMk cId="86946505" sldId="267"/>
            <ac:spMk id="5" creationId="{511AF3E2-0109-1910-78F9-8115D637B6D1}"/>
          </ac:spMkLst>
        </pc:spChg>
      </pc:sldChg>
      <pc:sldChg chg="addSp delSp modSp mod">
        <pc:chgData name="LONG　HAIBO" userId="38da6880-df12-475c-afbd-06379a716380" providerId="ADAL" clId="{14AF4BEF-A242-4640-9D0B-5D8FF404D542}" dt="2026-04-30T04:20:33.767" v="44" actId="1076"/>
        <pc:sldMkLst>
          <pc:docMk/>
          <pc:sldMk cId="871652311" sldId="272"/>
        </pc:sldMkLst>
        <pc:picChg chg="mod">
          <ac:chgData name="LONG　HAIBO" userId="38da6880-df12-475c-afbd-06379a716380" providerId="ADAL" clId="{14AF4BEF-A242-4640-9D0B-5D8FF404D542}" dt="2026-04-30T04:20:33.767" v="44" actId="1076"/>
          <ac:picMkLst>
            <pc:docMk/>
            <pc:sldMk cId="871652311" sldId="272"/>
            <ac:picMk id="7" creationId="{FC97AA31-FB7B-197D-124B-C9F5AC9D95D2}"/>
          </ac:picMkLst>
        </pc:picChg>
      </pc:sldChg>
      <pc:sldChg chg="addSp modSp new mod">
        <pc:chgData name="LONG　HAIBO" userId="38da6880-df12-475c-afbd-06379a716380" providerId="ADAL" clId="{14AF4BEF-A242-4640-9D0B-5D8FF404D542}" dt="2026-04-22T02:41:50.938" v="3" actId="1076"/>
        <pc:sldMkLst>
          <pc:docMk/>
          <pc:sldMk cId="3249837913" sldId="273"/>
        </pc:sldMkLst>
        <pc:spChg chg="add mod">
          <ac:chgData name="LONG　HAIBO" userId="38da6880-df12-475c-afbd-06379a716380" providerId="ADAL" clId="{14AF4BEF-A242-4640-9D0B-5D8FF404D542}" dt="2026-04-22T02:41:50.938" v="3" actId="1076"/>
          <ac:spMkLst>
            <pc:docMk/>
            <pc:sldMk cId="3249837913" sldId="273"/>
            <ac:spMk id="3" creationId="{A8006730-BD2C-7822-E069-173D5C6B27E4}"/>
          </ac:spMkLst>
        </pc:spChg>
      </pc:sldChg>
      <pc:sldChg chg="addSp delSp modSp add mod">
        <pc:chgData name="LONG　HAIBO" userId="38da6880-df12-475c-afbd-06379a716380" providerId="ADAL" clId="{14AF4BEF-A242-4640-9D0B-5D8FF404D542}" dt="2026-04-30T04:22:42.430" v="52" actId="1076"/>
        <pc:sldMkLst>
          <pc:docMk/>
          <pc:sldMk cId="619909861" sldId="274"/>
        </pc:sldMkLst>
        <pc:spChg chg="mod">
          <ac:chgData name="LONG　HAIBO" userId="38da6880-df12-475c-afbd-06379a716380" providerId="ADAL" clId="{14AF4BEF-A242-4640-9D0B-5D8FF404D542}" dt="2026-04-30T04:19:23.214" v="31" actId="20577"/>
          <ac:spMkLst>
            <pc:docMk/>
            <pc:sldMk cId="619909861" sldId="274"/>
            <ac:spMk id="4" creationId="{A1E81AFD-DB56-877C-D492-D8A9D73C274D}"/>
          </ac:spMkLst>
        </pc:spChg>
        <pc:picChg chg="add mod">
          <ac:chgData name="LONG　HAIBO" userId="38da6880-df12-475c-afbd-06379a716380" providerId="ADAL" clId="{14AF4BEF-A242-4640-9D0B-5D8FF404D542}" dt="2026-04-30T04:21:41.963" v="49" actId="14100"/>
          <ac:picMkLst>
            <pc:docMk/>
            <pc:sldMk cId="619909861" sldId="274"/>
            <ac:picMk id="5" creationId="{91C345C8-02F5-6DEA-564A-0D3357130AA2}"/>
          </ac:picMkLst>
        </pc:picChg>
        <pc:picChg chg="add mod">
          <ac:chgData name="LONG　HAIBO" userId="38da6880-df12-475c-afbd-06379a716380" providerId="ADAL" clId="{14AF4BEF-A242-4640-9D0B-5D8FF404D542}" dt="2026-04-30T04:22:42.430" v="52" actId="1076"/>
          <ac:picMkLst>
            <pc:docMk/>
            <pc:sldMk cId="619909861" sldId="274"/>
            <ac:picMk id="7" creationId="{52283E34-625E-D810-6F04-879C4D175C0B}"/>
          </ac:picMkLst>
        </pc:picChg>
      </pc:sldChg>
      <pc:sldChg chg="addSp delSp modSp new mod">
        <pc:chgData name="LONG　HAIBO" userId="38da6880-df12-475c-afbd-06379a716380" providerId="ADAL" clId="{14AF4BEF-A242-4640-9D0B-5D8FF404D542}" dt="2026-05-06T23:58:39.617" v="888" actId="207"/>
        <pc:sldMkLst>
          <pc:docMk/>
          <pc:sldMk cId="726802709" sldId="275"/>
        </pc:sldMkLst>
        <pc:spChg chg="add mod">
          <ac:chgData name="LONG　HAIBO" userId="38da6880-df12-475c-afbd-06379a716380" providerId="ADAL" clId="{14AF4BEF-A242-4640-9D0B-5D8FF404D542}" dt="2026-04-30T04:29:53.932" v="269" actId="113"/>
          <ac:spMkLst>
            <pc:docMk/>
            <pc:sldMk cId="726802709" sldId="275"/>
            <ac:spMk id="2" creationId="{CEE34585-C4E5-B303-0A35-77BAC5789955}"/>
          </ac:spMkLst>
        </pc:spChg>
        <pc:spChg chg="add mod ord">
          <ac:chgData name="LONG　HAIBO" userId="38da6880-df12-475c-afbd-06379a716380" providerId="ADAL" clId="{14AF4BEF-A242-4640-9D0B-5D8FF404D542}" dt="2026-04-30T04:29:46.680" v="267" actId="2711"/>
          <ac:spMkLst>
            <pc:docMk/>
            <pc:sldMk cId="726802709" sldId="275"/>
            <ac:spMk id="4" creationId="{1E4D617F-DEE0-66DF-9406-27F2D93087F1}"/>
          </ac:spMkLst>
        </pc:spChg>
        <pc:spChg chg="add mod">
          <ac:chgData name="LONG　HAIBO" userId="38da6880-df12-475c-afbd-06379a716380" providerId="ADAL" clId="{14AF4BEF-A242-4640-9D0B-5D8FF404D542}" dt="2026-05-06T23:58:29.626" v="887" actId="108"/>
          <ac:spMkLst>
            <pc:docMk/>
            <pc:sldMk cId="726802709" sldId="275"/>
            <ac:spMk id="6" creationId="{79DDA3C0-BB77-4AA1-0A35-6C7A51AD04F8}"/>
          </ac:spMkLst>
        </pc:spChg>
        <pc:spChg chg="add mod">
          <ac:chgData name="LONG　HAIBO" userId="38da6880-df12-475c-afbd-06379a716380" providerId="ADAL" clId="{14AF4BEF-A242-4640-9D0B-5D8FF404D542}" dt="2026-04-30T04:40:25.913" v="709" actId="571"/>
          <ac:spMkLst>
            <pc:docMk/>
            <pc:sldMk cId="726802709" sldId="275"/>
            <ac:spMk id="13" creationId="{3A196DDD-23B2-F94E-990A-2F6BD606E6BC}"/>
          </ac:spMkLst>
        </pc:spChg>
        <pc:spChg chg="add mod">
          <ac:chgData name="LONG　HAIBO" userId="38da6880-df12-475c-afbd-06379a716380" providerId="ADAL" clId="{14AF4BEF-A242-4640-9D0B-5D8FF404D542}" dt="2026-04-30T04:41:12.663" v="742" actId="20577"/>
          <ac:spMkLst>
            <pc:docMk/>
            <pc:sldMk cId="726802709" sldId="275"/>
            <ac:spMk id="14" creationId="{F86B103A-D550-FD7F-E40B-983F5F7200F1}"/>
          </ac:spMkLst>
        </pc:spChg>
        <pc:spChg chg="add mod">
          <ac:chgData name="LONG　HAIBO" userId="38da6880-df12-475c-afbd-06379a716380" providerId="ADAL" clId="{14AF4BEF-A242-4640-9D0B-5D8FF404D542}" dt="2026-04-30T04:41:21.304" v="750" actId="20577"/>
          <ac:spMkLst>
            <pc:docMk/>
            <pc:sldMk cId="726802709" sldId="275"/>
            <ac:spMk id="15" creationId="{80E95E89-C2F2-2BFD-0D56-BC412EB90410}"/>
          </ac:spMkLst>
        </pc:spChg>
        <pc:spChg chg="add mod">
          <ac:chgData name="LONG　HAIBO" userId="38da6880-df12-475c-afbd-06379a716380" providerId="ADAL" clId="{14AF4BEF-A242-4640-9D0B-5D8FF404D542}" dt="2026-04-30T04:42:18.526" v="793" actId="14100"/>
          <ac:spMkLst>
            <pc:docMk/>
            <pc:sldMk cId="726802709" sldId="275"/>
            <ac:spMk id="16" creationId="{B0667ECC-B980-0B20-C1E0-0894B99A6CE8}"/>
          </ac:spMkLst>
        </pc:spChg>
        <pc:spChg chg="add mod">
          <ac:chgData name="LONG　HAIBO" userId="38da6880-df12-475c-afbd-06379a716380" providerId="ADAL" clId="{14AF4BEF-A242-4640-9D0B-5D8FF404D542}" dt="2026-04-30T04:41:39.758" v="754" actId="20577"/>
          <ac:spMkLst>
            <pc:docMk/>
            <pc:sldMk cId="726802709" sldId="275"/>
            <ac:spMk id="17" creationId="{96D2DB89-4C63-FEBE-BF2A-6A42DD5168A1}"/>
          </ac:spMkLst>
        </pc:spChg>
        <pc:spChg chg="add mod">
          <ac:chgData name="LONG　HAIBO" userId="38da6880-df12-475c-afbd-06379a716380" providerId="ADAL" clId="{14AF4BEF-A242-4640-9D0B-5D8FF404D542}" dt="2026-05-06T23:58:39.617" v="888" actId="207"/>
          <ac:spMkLst>
            <pc:docMk/>
            <pc:sldMk cId="726802709" sldId="275"/>
            <ac:spMk id="18" creationId="{74EB9906-BA51-B998-54A7-4D17B8B94589}"/>
          </ac:spMkLst>
        </pc:spChg>
        <pc:spChg chg="add mod">
          <ac:chgData name="LONG　HAIBO" userId="38da6880-df12-475c-afbd-06379a716380" providerId="ADAL" clId="{14AF4BEF-A242-4640-9D0B-5D8FF404D542}" dt="2026-05-06T23:58:39.617" v="888" actId="207"/>
          <ac:spMkLst>
            <pc:docMk/>
            <pc:sldMk cId="726802709" sldId="275"/>
            <ac:spMk id="19" creationId="{28E2C0BB-C629-BA28-B8C8-C1062133719C}"/>
          </ac:spMkLst>
        </pc:spChg>
        <pc:spChg chg="add mod">
          <ac:chgData name="LONG　HAIBO" userId="38da6880-df12-475c-afbd-06379a716380" providerId="ADAL" clId="{14AF4BEF-A242-4640-9D0B-5D8FF404D542}" dt="2026-04-30T04:44:06.822" v="847" actId="1076"/>
          <ac:spMkLst>
            <pc:docMk/>
            <pc:sldMk cId="726802709" sldId="275"/>
            <ac:spMk id="28" creationId="{56A4A1BF-0475-1951-708C-FCD37816686C}"/>
          </ac:spMkLst>
        </pc:spChg>
        <pc:spChg chg="add mod">
          <ac:chgData name="LONG　HAIBO" userId="38da6880-df12-475c-afbd-06379a716380" providerId="ADAL" clId="{14AF4BEF-A242-4640-9D0B-5D8FF404D542}" dt="2026-04-30T04:44:40.611" v="886" actId="20577"/>
          <ac:spMkLst>
            <pc:docMk/>
            <pc:sldMk cId="726802709" sldId="275"/>
            <ac:spMk id="29" creationId="{20732323-E885-33EE-A6E1-9813A5081251}"/>
          </ac:spMkLst>
        </pc:spChg>
        <pc:cxnChg chg="add mod">
          <ac:chgData name="LONG　HAIBO" userId="38da6880-df12-475c-afbd-06379a716380" providerId="ADAL" clId="{14AF4BEF-A242-4640-9D0B-5D8FF404D542}" dt="2026-04-30T04:42:51.098" v="796" actId="14100"/>
          <ac:cxnSpMkLst>
            <pc:docMk/>
            <pc:sldMk cId="726802709" sldId="275"/>
            <ac:cxnSpMk id="21" creationId="{4F8EA435-4AA7-F096-2D0B-9B3A65ACA604}"/>
          </ac:cxnSpMkLst>
        </pc:cxnChg>
        <pc:cxnChg chg="add mod">
          <ac:chgData name="LONG　HAIBO" userId="38da6880-df12-475c-afbd-06379a716380" providerId="ADAL" clId="{14AF4BEF-A242-4640-9D0B-5D8FF404D542}" dt="2026-04-30T04:43:13.217" v="805" actId="14100"/>
          <ac:cxnSpMkLst>
            <pc:docMk/>
            <pc:sldMk cId="726802709" sldId="275"/>
            <ac:cxnSpMk id="25" creationId="{B8BB0B77-3B71-8EA7-8909-96B967799F49}"/>
          </ac:cxnSpMkLst>
        </pc:cxnChg>
      </pc:sldChg>
      <pc:sldChg chg="addSp modSp add mod">
        <pc:chgData name="LONG　HAIBO" userId="38da6880-df12-475c-afbd-06379a716380" providerId="ADAL" clId="{14AF4BEF-A242-4640-9D0B-5D8FF404D542}" dt="2026-05-08T05:12:37.138" v="2214" actId="20577"/>
        <pc:sldMkLst>
          <pc:docMk/>
          <pc:sldMk cId="3863014864" sldId="276"/>
        </pc:sldMkLst>
        <pc:spChg chg="mod">
          <ac:chgData name="LONG　HAIBO" userId="38da6880-df12-475c-afbd-06379a716380" providerId="ADAL" clId="{14AF4BEF-A242-4640-9D0B-5D8FF404D542}" dt="2026-04-30T04:29:58.644" v="270" actId="2711"/>
          <ac:spMkLst>
            <pc:docMk/>
            <pc:sldMk cId="3863014864" sldId="276"/>
            <ac:spMk id="2" creationId="{704D268F-C584-308B-E21D-E372EF5FCFD3}"/>
          </ac:spMkLst>
        </pc:spChg>
        <pc:spChg chg="mod">
          <ac:chgData name="LONG　HAIBO" userId="38da6880-df12-475c-afbd-06379a716380" providerId="ADAL" clId="{14AF4BEF-A242-4640-9D0B-5D8FF404D542}" dt="2026-04-30T04:33:01.974" v="345" actId="11530"/>
          <ac:spMkLst>
            <pc:docMk/>
            <pc:sldMk cId="3863014864" sldId="276"/>
            <ac:spMk id="3" creationId="{BE13A388-6735-5F17-F5CA-E50131867EB5}"/>
          </ac:spMkLst>
        </pc:spChg>
        <pc:spChg chg="mod">
          <ac:chgData name="LONG　HAIBO" userId="38da6880-df12-475c-afbd-06379a716380" providerId="ADAL" clId="{14AF4BEF-A242-4640-9D0B-5D8FF404D542}" dt="2026-04-30T04:32:11.563" v="323" actId="20577"/>
          <ac:spMkLst>
            <pc:docMk/>
            <pc:sldMk cId="3863014864" sldId="276"/>
            <ac:spMk id="4" creationId="{57B4B13E-78B9-7224-9FB4-4C29E9783426}"/>
          </ac:spMkLst>
        </pc:spChg>
        <pc:spChg chg="mod">
          <ac:chgData name="LONG　HAIBO" userId="38da6880-df12-475c-afbd-06379a716380" providerId="ADAL" clId="{14AF4BEF-A242-4640-9D0B-5D8FF404D542}" dt="2026-04-30T04:33:09.386" v="346" actId="11530"/>
          <ac:spMkLst>
            <pc:docMk/>
            <pc:sldMk cId="3863014864" sldId="276"/>
            <ac:spMk id="5" creationId="{728A8CC8-D967-1F99-E75C-BC998EB8A2C7}"/>
          </ac:spMkLst>
        </pc:spChg>
        <pc:spChg chg="mod">
          <ac:chgData name="LONG　HAIBO" userId="38da6880-df12-475c-afbd-06379a716380" providerId="ADAL" clId="{14AF4BEF-A242-4640-9D0B-5D8FF404D542}" dt="2026-04-30T04:39:50.875" v="705" actId="20577"/>
          <ac:spMkLst>
            <pc:docMk/>
            <pc:sldMk cId="3863014864" sldId="276"/>
            <ac:spMk id="6" creationId="{CC4FF164-DD25-6A7D-804C-AEC855556A7A}"/>
          </ac:spMkLst>
        </pc:spChg>
        <pc:spChg chg="mod">
          <ac:chgData name="LONG　HAIBO" userId="38da6880-df12-475c-afbd-06379a716380" providerId="ADAL" clId="{14AF4BEF-A242-4640-9D0B-5D8FF404D542}" dt="2026-04-30T04:30:29.414" v="273" actId="1076"/>
          <ac:spMkLst>
            <pc:docMk/>
            <pc:sldMk cId="3863014864" sldId="276"/>
            <ac:spMk id="7" creationId="{6BED9449-C1BE-7DF7-DE8D-F708B63C16E2}"/>
          </ac:spMkLst>
        </pc:spChg>
        <pc:spChg chg="mod">
          <ac:chgData name="LONG　HAIBO" userId="38da6880-df12-475c-afbd-06379a716380" providerId="ADAL" clId="{14AF4BEF-A242-4640-9D0B-5D8FF404D542}" dt="2026-04-30T04:30:29.414" v="273" actId="1076"/>
          <ac:spMkLst>
            <pc:docMk/>
            <pc:sldMk cId="3863014864" sldId="276"/>
            <ac:spMk id="9" creationId="{603A13E5-A513-0B63-4775-B6CD5C2B9553}"/>
          </ac:spMkLst>
        </pc:spChg>
        <pc:spChg chg="mod">
          <ac:chgData name="LONG　HAIBO" userId="38da6880-df12-475c-afbd-06379a716380" providerId="ADAL" clId="{14AF4BEF-A242-4640-9D0B-5D8FF404D542}" dt="2026-04-30T04:30:29.414" v="273" actId="1076"/>
          <ac:spMkLst>
            <pc:docMk/>
            <pc:sldMk cId="3863014864" sldId="276"/>
            <ac:spMk id="10" creationId="{9350BA8B-9E6E-CE80-5E1B-4F237923FE96}"/>
          </ac:spMkLst>
        </pc:spChg>
        <pc:spChg chg="add mod">
          <ac:chgData name="LONG　HAIBO" userId="38da6880-df12-475c-afbd-06379a716380" providerId="ADAL" clId="{14AF4BEF-A242-4640-9D0B-5D8FF404D542}" dt="2026-04-30T04:35:46.475" v="463" actId="207"/>
          <ac:spMkLst>
            <pc:docMk/>
            <pc:sldMk cId="3863014864" sldId="276"/>
            <ac:spMk id="39" creationId="{97A3851B-AD4F-A6B1-43EC-7A3753BAA82A}"/>
          </ac:spMkLst>
        </pc:spChg>
        <pc:spChg chg="add mod">
          <ac:chgData name="LONG　HAIBO" userId="38da6880-df12-475c-afbd-06379a716380" providerId="ADAL" clId="{14AF4BEF-A242-4640-9D0B-5D8FF404D542}" dt="2026-04-30T04:33:56.962" v="384" actId="20577"/>
          <ac:spMkLst>
            <pc:docMk/>
            <pc:sldMk cId="3863014864" sldId="276"/>
            <ac:spMk id="40" creationId="{959BF03D-E2D4-B568-043E-10C6D328CB13}"/>
          </ac:spMkLst>
        </pc:spChg>
        <pc:spChg chg="add mod">
          <ac:chgData name="LONG　HAIBO" userId="38da6880-df12-475c-afbd-06379a716380" providerId="ADAL" clId="{14AF4BEF-A242-4640-9D0B-5D8FF404D542}" dt="2026-04-30T04:33:27.844" v="375" actId="20577"/>
          <ac:spMkLst>
            <pc:docMk/>
            <pc:sldMk cId="3863014864" sldId="276"/>
            <ac:spMk id="41" creationId="{30486E6A-D674-A325-F70E-1F7F382E47B0}"/>
          </ac:spMkLst>
        </pc:spChg>
        <pc:spChg chg="add mod">
          <ac:chgData name="LONG　HAIBO" userId="38da6880-df12-475c-afbd-06379a716380" providerId="ADAL" clId="{14AF4BEF-A242-4640-9D0B-5D8FF404D542}" dt="2026-04-30T04:35:46.475" v="463" actId="207"/>
          <ac:spMkLst>
            <pc:docMk/>
            <pc:sldMk cId="3863014864" sldId="276"/>
            <ac:spMk id="48" creationId="{03BDAC4A-7C67-0370-EEA1-1F750732C163}"/>
          </ac:spMkLst>
        </pc:spChg>
        <pc:spChg chg="add mod">
          <ac:chgData name="LONG　HAIBO" userId="38da6880-df12-475c-afbd-06379a716380" providerId="ADAL" clId="{14AF4BEF-A242-4640-9D0B-5D8FF404D542}" dt="2026-05-08T05:12:37.138" v="2214" actId="20577"/>
          <ac:spMkLst>
            <pc:docMk/>
            <pc:sldMk cId="3863014864" sldId="276"/>
            <ac:spMk id="57" creationId="{11D7DE03-0EF3-567F-523D-6262FF2EB91D}"/>
          </ac:spMkLst>
        </pc:spChg>
        <pc:spChg chg="add mod">
          <ac:chgData name="LONG　HAIBO" userId="38da6880-df12-475c-afbd-06379a716380" providerId="ADAL" clId="{14AF4BEF-A242-4640-9D0B-5D8FF404D542}" dt="2026-04-30T04:38:45.004" v="687" actId="14100"/>
          <ac:spMkLst>
            <pc:docMk/>
            <pc:sldMk cId="3863014864" sldId="276"/>
            <ac:spMk id="58" creationId="{90559D61-3F17-61BB-824D-5029CAA36B46}"/>
          </ac:spMkLst>
        </pc:spChg>
        <pc:spChg chg="add mod">
          <ac:chgData name="LONG　HAIBO" userId="38da6880-df12-475c-afbd-06379a716380" providerId="ADAL" clId="{14AF4BEF-A242-4640-9D0B-5D8FF404D542}" dt="2026-05-07T07:35:46.683" v="2123" actId="20577"/>
          <ac:spMkLst>
            <pc:docMk/>
            <pc:sldMk cId="3863014864" sldId="276"/>
            <ac:spMk id="59" creationId="{649D0005-9DA4-F1B4-6648-DD1723114AA4}"/>
          </ac:spMkLst>
        </pc:spChg>
        <pc:cxnChg chg="add mod">
          <ac:chgData name="LONG　HAIBO" userId="38da6880-df12-475c-afbd-06379a716380" providerId="ADAL" clId="{14AF4BEF-A242-4640-9D0B-5D8FF404D542}" dt="2026-04-30T04:30:29.414" v="273" actId="1076"/>
          <ac:cxnSpMkLst>
            <pc:docMk/>
            <pc:sldMk cId="3863014864" sldId="276"/>
            <ac:cxnSpMk id="11" creationId="{F6FB0F9B-4894-B867-DDF4-9231CAC5BB14}"/>
          </ac:cxnSpMkLst>
        </pc:cxnChg>
        <pc:cxnChg chg="add mod">
          <ac:chgData name="LONG　HAIBO" userId="38da6880-df12-475c-afbd-06379a716380" providerId="ADAL" clId="{14AF4BEF-A242-4640-9D0B-5D8FF404D542}" dt="2026-04-30T04:30:36.452" v="276" actId="14100"/>
          <ac:cxnSpMkLst>
            <pc:docMk/>
            <pc:sldMk cId="3863014864" sldId="276"/>
            <ac:cxnSpMk id="13" creationId="{B5EED84D-F162-DFB8-2B7E-FDD3CE2CD1F7}"/>
          </ac:cxnSpMkLst>
        </pc:cxnChg>
        <pc:cxnChg chg="add mod">
          <ac:chgData name="LONG　HAIBO" userId="38da6880-df12-475c-afbd-06379a716380" providerId="ADAL" clId="{14AF4BEF-A242-4640-9D0B-5D8FF404D542}" dt="2026-04-30T04:30:41.974" v="279" actId="14100"/>
          <ac:cxnSpMkLst>
            <pc:docMk/>
            <pc:sldMk cId="3863014864" sldId="276"/>
            <ac:cxnSpMk id="16" creationId="{0462C5DC-E8CD-F37A-89A4-0AED51271E71}"/>
          </ac:cxnSpMkLst>
        </pc:cxnChg>
        <pc:cxnChg chg="add mod">
          <ac:chgData name="LONG　HAIBO" userId="38da6880-df12-475c-afbd-06379a716380" providerId="ADAL" clId="{14AF4BEF-A242-4640-9D0B-5D8FF404D542}" dt="2026-04-30T04:30:49.024" v="282" actId="14100"/>
          <ac:cxnSpMkLst>
            <pc:docMk/>
            <pc:sldMk cId="3863014864" sldId="276"/>
            <ac:cxnSpMk id="19" creationId="{B922AE40-764C-F418-30DA-9C216CF782A6}"/>
          </ac:cxnSpMkLst>
        </pc:cxnChg>
        <pc:cxnChg chg="add mod">
          <ac:chgData name="LONG　HAIBO" userId="38da6880-df12-475c-afbd-06379a716380" providerId="ADAL" clId="{14AF4BEF-A242-4640-9D0B-5D8FF404D542}" dt="2026-04-30T04:31:02.141" v="286" actId="14100"/>
          <ac:cxnSpMkLst>
            <pc:docMk/>
            <pc:sldMk cId="3863014864" sldId="276"/>
            <ac:cxnSpMk id="22" creationId="{AC1BB3B5-D647-C2FC-1732-3A7BD81F6ED9}"/>
          </ac:cxnSpMkLst>
        </pc:cxnChg>
        <pc:cxnChg chg="add mod">
          <ac:chgData name="LONG　HAIBO" userId="38da6880-df12-475c-afbd-06379a716380" providerId="ADAL" clId="{14AF4BEF-A242-4640-9D0B-5D8FF404D542}" dt="2026-04-30T04:31:06.776" v="289" actId="14100"/>
          <ac:cxnSpMkLst>
            <pc:docMk/>
            <pc:sldMk cId="3863014864" sldId="276"/>
            <ac:cxnSpMk id="25" creationId="{2DC14EC2-A124-14EF-383D-1B29C1016DFC}"/>
          </ac:cxnSpMkLst>
        </pc:cxnChg>
        <pc:cxnChg chg="add mod">
          <ac:chgData name="LONG　HAIBO" userId="38da6880-df12-475c-afbd-06379a716380" providerId="ADAL" clId="{14AF4BEF-A242-4640-9D0B-5D8FF404D542}" dt="2026-04-30T04:39:32.652" v="702" actId="208"/>
          <ac:cxnSpMkLst>
            <pc:docMk/>
            <pc:sldMk cId="3863014864" sldId="276"/>
            <ac:cxnSpMk id="28" creationId="{20B929AB-1A6C-593A-C9F6-A179D0283F48}"/>
          </ac:cxnSpMkLst>
        </pc:cxnChg>
        <pc:cxnChg chg="add mod">
          <ac:chgData name="LONG　HAIBO" userId="38da6880-df12-475c-afbd-06379a716380" providerId="ADAL" clId="{14AF4BEF-A242-4640-9D0B-5D8FF404D542}" dt="2026-04-30T04:39:30.188" v="701" actId="208"/>
          <ac:cxnSpMkLst>
            <pc:docMk/>
            <pc:sldMk cId="3863014864" sldId="276"/>
            <ac:cxnSpMk id="32" creationId="{64F74142-5223-5092-DE07-6CD33D8FFF3E}"/>
          </ac:cxnSpMkLst>
        </pc:cxnChg>
        <pc:cxnChg chg="add mod">
          <ac:chgData name="LONG　HAIBO" userId="38da6880-df12-475c-afbd-06379a716380" providerId="ADAL" clId="{14AF4BEF-A242-4640-9D0B-5D8FF404D542}" dt="2026-04-30T04:33:36.959" v="378" actId="14100"/>
          <ac:cxnSpMkLst>
            <pc:docMk/>
            <pc:sldMk cId="3863014864" sldId="276"/>
            <ac:cxnSpMk id="42" creationId="{37FDB948-BA29-52E1-0375-C1089190CBFF}"/>
          </ac:cxnSpMkLst>
        </pc:cxnChg>
        <pc:cxnChg chg="add mod">
          <ac:chgData name="LONG　HAIBO" userId="38da6880-df12-475c-afbd-06379a716380" providerId="ADAL" clId="{14AF4BEF-A242-4640-9D0B-5D8FF404D542}" dt="2026-04-30T04:33:46.363" v="381" actId="14100"/>
          <ac:cxnSpMkLst>
            <pc:docMk/>
            <pc:sldMk cId="3863014864" sldId="276"/>
            <ac:cxnSpMk id="45" creationId="{8E721937-A635-FED9-4DA2-5928BE3332F4}"/>
          </ac:cxnSpMkLst>
        </pc:cxnChg>
        <pc:cxnChg chg="add mod">
          <ac:chgData name="LONG　HAIBO" userId="38da6880-df12-475c-afbd-06379a716380" providerId="ADAL" clId="{14AF4BEF-A242-4640-9D0B-5D8FF404D542}" dt="2026-04-30T04:39:30.188" v="701" actId="208"/>
          <ac:cxnSpMkLst>
            <pc:docMk/>
            <pc:sldMk cId="3863014864" sldId="276"/>
            <ac:cxnSpMk id="61" creationId="{48849059-8C74-A3B5-869A-4B3D73AAF0F6}"/>
          </ac:cxnSpMkLst>
        </pc:cxnChg>
        <pc:cxnChg chg="add mod">
          <ac:chgData name="LONG　HAIBO" userId="38da6880-df12-475c-afbd-06379a716380" providerId="ADAL" clId="{14AF4BEF-A242-4640-9D0B-5D8FF404D542}" dt="2026-04-30T04:39:30.188" v="701" actId="208"/>
          <ac:cxnSpMkLst>
            <pc:docMk/>
            <pc:sldMk cId="3863014864" sldId="276"/>
            <ac:cxnSpMk id="62" creationId="{7310BFFC-AA9A-BD39-1019-BB784B533926}"/>
          </ac:cxnSpMkLst>
        </pc:cxnChg>
      </pc:sldChg>
      <pc:sldChg chg="addSp delSp modSp new mod ord">
        <pc:chgData name="LONG　HAIBO" userId="38da6880-df12-475c-afbd-06379a716380" providerId="ADAL" clId="{14AF4BEF-A242-4640-9D0B-5D8FF404D542}" dt="2026-05-07T08:50:22.011" v="2177" actId="207"/>
        <pc:sldMkLst>
          <pc:docMk/>
          <pc:sldMk cId="1389549228" sldId="277"/>
        </pc:sldMkLst>
        <pc:spChg chg="add mod">
          <ac:chgData name="LONG　HAIBO" userId="38da6880-df12-475c-afbd-06379a716380" providerId="ADAL" clId="{14AF4BEF-A242-4640-9D0B-5D8FF404D542}" dt="2026-05-07T08:49:34.631" v="2173" actId="20577"/>
          <ac:spMkLst>
            <pc:docMk/>
            <pc:sldMk cId="1389549228" sldId="277"/>
            <ac:spMk id="2" creationId="{3C724FD5-468E-48A6-5CCA-F38B01DC9A66}"/>
          </ac:spMkLst>
        </pc:spChg>
        <pc:spChg chg="add del mod">
          <ac:chgData name="LONG　HAIBO" userId="38da6880-df12-475c-afbd-06379a716380" providerId="ADAL" clId="{14AF4BEF-A242-4640-9D0B-5D8FF404D542}" dt="2026-05-07T00:08:57.098" v="962" actId="478"/>
          <ac:spMkLst>
            <pc:docMk/>
            <pc:sldMk cId="1389549228" sldId="277"/>
            <ac:spMk id="3" creationId="{7049DB29-56A8-117C-11B4-4F4381CE36A2}"/>
          </ac:spMkLst>
        </pc:spChg>
        <pc:spChg chg="add mod">
          <ac:chgData name="LONG　HAIBO" userId="38da6880-df12-475c-afbd-06379a716380" providerId="ADAL" clId="{14AF4BEF-A242-4640-9D0B-5D8FF404D542}" dt="2026-05-07T00:31:24.291" v="1947" actId="404"/>
          <ac:spMkLst>
            <pc:docMk/>
            <pc:sldMk cId="1389549228" sldId="277"/>
            <ac:spMk id="4" creationId="{9336D36B-658D-A53B-89C6-06C5CD1CB6F4}"/>
          </ac:spMkLst>
        </pc:spChg>
        <pc:spChg chg="add mod">
          <ac:chgData name="LONG　HAIBO" userId="38da6880-df12-475c-afbd-06379a716380" providerId="ADAL" clId="{14AF4BEF-A242-4640-9D0B-5D8FF404D542}" dt="2026-05-07T00:13:10.659" v="1143" actId="2711"/>
          <ac:spMkLst>
            <pc:docMk/>
            <pc:sldMk cId="1389549228" sldId="277"/>
            <ac:spMk id="5" creationId="{6149C965-3C2F-2126-D67B-CED08F1452FB}"/>
          </ac:spMkLst>
        </pc:spChg>
        <pc:spChg chg="add mod">
          <ac:chgData name="LONG　HAIBO" userId="38da6880-df12-475c-afbd-06379a716380" providerId="ADAL" clId="{14AF4BEF-A242-4640-9D0B-5D8FF404D542}" dt="2026-05-07T00:30:56.809" v="1915" actId="207"/>
          <ac:spMkLst>
            <pc:docMk/>
            <pc:sldMk cId="1389549228" sldId="277"/>
            <ac:spMk id="6" creationId="{2A4DAEFD-0AA7-226C-7E4E-647047502370}"/>
          </ac:spMkLst>
        </pc:spChg>
        <pc:spChg chg="add mod ord">
          <ac:chgData name="LONG　HAIBO" userId="38da6880-df12-475c-afbd-06379a716380" providerId="ADAL" clId="{14AF4BEF-A242-4640-9D0B-5D8FF404D542}" dt="2026-05-07T08:50:22.011" v="2177" actId="207"/>
          <ac:spMkLst>
            <pc:docMk/>
            <pc:sldMk cId="1389549228" sldId="277"/>
            <ac:spMk id="7" creationId="{E13536BD-380B-0B6B-7239-E21A4A7811AC}"/>
          </ac:spMkLst>
        </pc:spChg>
        <pc:spChg chg="add mod">
          <ac:chgData name="LONG　HAIBO" userId="38da6880-df12-475c-afbd-06379a716380" providerId="ADAL" clId="{14AF4BEF-A242-4640-9D0B-5D8FF404D542}" dt="2026-05-07T08:50:21.812" v="2176" actId="207"/>
          <ac:spMkLst>
            <pc:docMk/>
            <pc:sldMk cId="1389549228" sldId="277"/>
            <ac:spMk id="8" creationId="{CC3645E3-79D4-2567-D654-5AD8806E0FFB}"/>
          </ac:spMkLst>
        </pc:spChg>
        <pc:spChg chg="add mod">
          <ac:chgData name="LONG　HAIBO" userId="38da6880-df12-475c-afbd-06379a716380" providerId="ADAL" clId="{14AF4BEF-A242-4640-9D0B-5D8FF404D542}" dt="2026-05-07T00:32:06.540" v="1986" actId="20577"/>
          <ac:spMkLst>
            <pc:docMk/>
            <pc:sldMk cId="1389549228" sldId="277"/>
            <ac:spMk id="9" creationId="{E5209B44-5F75-3B09-F6B7-05DD2FC09AFC}"/>
          </ac:spMkLst>
        </pc:spChg>
        <pc:spChg chg="add mod">
          <ac:chgData name="LONG　HAIBO" userId="38da6880-df12-475c-afbd-06379a716380" providerId="ADAL" clId="{14AF4BEF-A242-4640-9D0B-5D8FF404D542}" dt="2026-05-07T00:32:19.992" v="2003" actId="404"/>
          <ac:spMkLst>
            <pc:docMk/>
            <pc:sldMk cId="1389549228" sldId="277"/>
            <ac:spMk id="10" creationId="{B04D2663-4A22-60F8-CA39-C8C12422FADE}"/>
          </ac:spMkLst>
        </pc:spChg>
        <pc:spChg chg="add mod">
          <ac:chgData name="LONG　HAIBO" userId="38da6880-df12-475c-afbd-06379a716380" providerId="ADAL" clId="{14AF4BEF-A242-4640-9D0B-5D8FF404D542}" dt="2026-05-07T07:37:30.844" v="2146" actId="20577"/>
          <ac:spMkLst>
            <pc:docMk/>
            <pc:sldMk cId="1389549228" sldId="277"/>
            <ac:spMk id="11" creationId="{79A27FD8-897E-09A7-97CA-91E863FBB4E6}"/>
          </ac:spMkLst>
        </pc:spChg>
        <pc:spChg chg="add del mod">
          <ac:chgData name="LONG　HAIBO" userId="38da6880-df12-475c-afbd-06379a716380" providerId="ADAL" clId="{14AF4BEF-A242-4640-9D0B-5D8FF404D542}" dt="2026-05-07T00:15:42.419" v="1216" actId="478"/>
          <ac:spMkLst>
            <pc:docMk/>
            <pc:sldMk cId="1389549228" sldId="277"/>
            <ac:spMk id="12" creationId="{DE7456FD-A7AD-9C84-F6CE-118089ECB3B0}"/>
          </ac:spMkLst>
        </pc:spChg>
        <pc:spChg chg="add mod">
          <ac:chgData name="LONG　HAIBO" userId="38da6880-df12-475c-afbd-06379a716380" providerId="ADAL" clId="{14AF4BEF-A242-4640-9D0B-5D8FF404D542}" dt="2026-05-07T00:34:39.669" v="2065" actId="20577"/>
          <ac:spMkLst>
            <pc:docMk/>
            <pc:sldMk cId="1389549228" sldId="277"/>
            <ac:spMk id="15" creationId="{EBD60D4A-7CCC-8242-8402-B50D04E0A4D9}"/>
          </ac:spMkLst>
        </pc:spChg>
        <pc:spChg chg="add mod">
          <ac:chgData name="LONG　HAIBO" userId="38da6880-df12-475c-afbd-06379a716380" providerId="ADAL" clId="{14AF4BEF-A242-4640-9D0B-5D8FF404D542}" dt="2026-05-07T00:13:48.057" v="1162" actId="208"/>
          <ac:spMkLst>
            <pc:docMk/>
            <pc:sldMk cId="1389549228" sldId="277"/>
            <ac:spMk id="16" creationId="{96FF0126-30D1-4696-94C0-DB40328FFBAF}"/>
          </ac:spMkLst>
        </pc:spChg>
        <pc:spChg chg="add mod">
          <ac:chgData name="LONG　HAIBO" userId="38da6880-df12-475c-afbd-06379a716380" providerId="ADAL" clId="{14AF4BEF-A242-4640-9D0B-5D8FF404D542}" dt="2026-05-07T00:13:56.333" v="1176" actId="1037"/>
          <ac:spMkLst>
            <pc:docMk/>
            <pc:sldMk cId="1389549228" sldId="277"/>
            <ac:spMk id="17" creationId="{F2AE11CB-8A08-25BF-A877-3CABD7CCEA4F}"/>
          </ac:spMkLst>
        </pc:spChg>
        <pc:spChg chg="add mod">
          <ac:chgData name="LONG　HAIBO" userId="38da6880-df12-475c-afbd-06379a716380" providerId="ADAL" clId="{14AF4BEF-A242-4640-9D0B-5D8FF404D542}" dt="2026-05-07T00:14:00.924" v="1195" actId="1037"/>
          <ac:spMkLst>
            <pc:docMk/>
            <pc:sldMk cId="1389549228" sldId="277"/>
            <ac:spMk id="18" creationId="{94AAE7D6-23A5-41B5-B068-57D2448AB6E5}"/>
          </ac:spMkLst>
        </pc:spChg>
        <pc:spChg chg="add mod">
          <ac:chgData name="LONG　HAIBO" userId="38da6880-df12-475c-afbd-06379a716380" providerId="ADAL" clId="{14AF4BEF-A242-4640-9D0B-5D8FF404D542}" dt="2026-05-07T00:17:14.170" v="1272" actId="571"/>
          <ac:spMkLst>
            <pc:docMk/>
            <pc:sldMk cId="1389549228" sldId="277"/>
            <ac:spMk id="36" creationId="{A57328A6-A99B-0D2C-C2B3-49FEF5C17812}"/>
          </ac:spMkLst>
        </pc:spChg>
        <pc:spChg chg="add mod">
          <ac:chgData name="LONG　HAIBO" userId="38da6880-df12-475c-afbd-06379a716380" providerId="ADAL" clId="{14AF4BEF-A242-4640-9D0B-5D8FF404D542}" dt="2026-05-07T00:17:14.170" v="1272" actId="571"/>
          <ac:spMkLst>
            <pc:docMk/>
            <pc:sldMk cId="1389549228" sldId="277"/>
            <ac:spMk id="37" creationId="{F0CF3C72-3F67-C824-A1E6-5707ADB13172}"/>
          </ac:spMkLst>
        </pc:spChg>
        <pc:spChg chg="add mod ord">
          <ac:chgData name="LONG　HAIBO" userId="38da6880-df12-475c-afbd-06379a716380" providerId="ADAL" clId="{14AF4BEF-A242-4640-9D0B-5D8FF404D542}" dt="2026-05-07T00:30:56.809" v="1915" actId="207"/>
          <ac:spMkLst>
            <pc:docMk/>
            <pc:sldMk cId="1389549228" sldId="277"/>
            <ac:spMk id="38" creationId="{C06D3265-20E5-C431-8498-8620F8FFAE3F}"/>
          </ac:spMkLst>
        </pc:spChg>
        <pc:spChg chg="add mod">
          <ac:chgData name="LONG　HAIBO" userId="38da6880-df12-475c-afbd-06379a716380" providerId="ADAL" clId="{14AF4BEF-A242-4640-9D0B-5D8FF404D542}" dt="2026-05-07T00:23:28.545" v="1570" actId="1036"/>
          <ac:spMkLst>
            <pc:docMk/>
            <pc:sldMk cId="1389549228" sldId="277"/>
            <ac:spMk id="39" creationId="{13B1BC4F-52C5-F946-7E02-2BBD12B4FAFE}"/>
          </ac:spMkLst>
        </pc:spChg>
        <pc:spChg chg="add mod">
          <ac:chgData name="LONG　HAIBO" userId="38da6880-df12-475c-afbd-06379a716380" providerId="ADAL" clId="{14AF4BEF-A242-4640-9D0B-5D8FF404D542}" dt="2026-05-07T00:23:28.545" v="1570" actId="1036"/>
          <ac:spMkLst>
            <pc:docMk/>
            <pc:sldMk cId="1389549228" sldId="277"/>
            <ac:spMk id="58" creationId="{2AB8C23C-39B5-C7A6-233F-01D42DB87706}"/>
          </ac:spMkLst>
        </pc:spChg>
        <pc:spChg chg="add mod">
          <ac:chgData name="LONG　HAIBO" userId="38da6880-df12-475c-afbd-06379a716380" providerId="ADAL" clId="{14AF4BEF-A242-4640-9D0B-5D8FF404D542}" dt="2026-05-07T00:34:46.325" v="2070" actId="20577"/>
          <ac:spMkLst>
            <pc:docMk/>
            <pc:sldMk cId="1389549228" sldId="277"/>
            <ac:spMk id="75" creationId="{DE89A1D7-89C8-3823-B445-32461EE8D6B6}"/>
          </ac:spMkLst>
        </pc:spChg>
        <pc:spChg chg="add mod">
          <ac:chgData name="LONG　HAIBO" userId="38da6880-df12-475c-afbd-06379a716380" providerId="ADAL" clId="{14AF4BEF-A242-4640-9D0B-5D8FF404D542}" dt="2026-05-07T00:35:02.795" v="2113" actId="20577"/>
          <ac:spMkLst>
            <pc:docMk/>
            <pc:sldMk cId="1389549228" sldId="277"/>
            <ac:spMk id="79" creationId="{87EDAAD8-9F8F-178E-62FC-397A49D7F45D}"/>
          </ac:spMkLst>
        </pc:spChg>
        <pc:spChg chg="add mod">
          <ac:chgData name="LONG　HAIBO" userId="38da6880-df12-475c-afbd-06379a716380" providerId="ADAL" clId="{14AF4BEF-A242-4640-9D0B-5D8FF404D542}" dt="2026-05-07T00:35:08.269" v="2114" actId="1076"/>
          <ac:spMkLst>
            <pc:docMk/>
            <pc:sldMk cId="1389549228" sldId="277"/>
            <ac:spMk id="83" creationId="{535EC23F-7355-F08F-5F39-8691D5408D2F}"/>
          </ac:spMkLst>
        </pc:spChg>
        <pc:spChg chg="add mod">
          <ac:chgData name="LONG　HAIBO" userId="38da6880-df12-475c-afbd-06379a716380" providerId="ADAL" clId="{14AF4BEF-A242-4640-9D0B-5D8FF404D542}" dt="2026-05-07T00:35:14.849" v="2119" actId="1076"/>
          <ac:spMkLst>
            <pc:docMk/>
            <pc:sldMk cId="1389549228" sldId="277"/>
            <ac:spMk id="87" creationId="{75D7869F-FC0C-69BE-F36B-281AD9438430}"/>
          </ac:spMkLst>
        </pc:spChg>
        <pc:spChg chg="add mod">
          <ac:chgData name="LONG　HAIBO" userId="38da6880-df12-475c-afbd-06379a716380" providerId="ADAL" clId="{14AF4BEF-A242-4640-9D0B-5D8FF404D542}" dt="2026-05-07T00:28:49.819" v="1762" actId="1076"/>
          <ac:spMkLst>
            <pc:docMk/>
            <pc:sldMk cId="1389549228" sldId="277"/>
            <ac:spMk id="92" creationId="{B7200894-6D48-4DBE-52B1-A2F660CDDC07}"/>
          </ac:spMkLst>
        </pc:spChg>
        <pc:spChg chg="add mod">
          <ac:chgData name="LONG　HAIBO" userId="38da6880-df12-475c-afbd-06379a716380" providerId="ADAL" clId="{14AF4BEF-A242-4640-9D0B-5D8FF404D542}" dt="2026-05-07T00:28:51.405" v="1763" actId="1076"/>
          <ac:spMkLst>
            <pc:docMk/>
            <pc:sldMk cId="1389549228" sldId="277"/>
            <ac:spMk id="93" creationId="{3861057D-8F33-1D3B-07E5-2761F4C2591A}"/>
          </ac:spMkLst>
        </pc:spChg>
        <pc:spChg chg="add mod">
          <ac:chgData name="LONG　HAIBO" userId="38da6880-df12-475c-afbd-06379a716380" providerId="ADAL" clId="{14AF4BEF-A242-4640-9D0B-5D8FF404D542}" dt="2026-05-07T00:30:39.659" v="1912" actId="1076"/>
          <ac:spMkLst>
            <pc:docMk/>
            <pc:sldMk cId="1389549228" sldId="277"/>
            <ac:spMk id="105" creationId="{DFF5FB94-82F1-F93F-4C55-B124585F2CF5}"/>
          </ac:spMkLst>
        </pc:spChg>
        <pc:spChg chg="add mod">
          <ac:chgData name="LONG　HAIBO" userId="38da6880-df12-475c-afbd-06379a716380" providerId="ADAL" clId="{14AF4BEF-A242-4640-9D0B-5D8FF404D542}" dt="2026-05-07T00:30:45.760" v="1914" actId="1076"/>
          <ac:spMkLst>
            <pc:docMk/>
            <pc:sldMk cId="1389549228" sldId="277"/>
            <ac:spMk id="106" creationId="{7E4527CD-1145-D512-11B9-9ECDF4BEE8D3}"/>
          </ac:spMkLst>
        </pc:spChg>
        <pc:spChg chg="add mod">
          <ac:chgData name="LONG　HAIBO" userId="38da6880-df12-475c-afbd-06379a716380" providerId="ADAL" clId="{14AF4BEF-A242-4640-9D0B-5D8FF404D542}" dt="2026-05-07T00:33:21.790" v="2014" actId="1076"/>
          <ac:spMkLst>
            <pc:docMk/>
            <pc:sldMk cId="1389549228" sldId="277"/>
            <ac:spMk id="107" creationId="{B193F4EF-5E3E-4D32-AF8A-C51E6BAE07DB}"/>
          </ac:spMkLst>
        </pc:spChg>
        <pc:spChg chg="add mod ord">
          <ac:chgData name="LONG　HAIBO" userId="38da6880-df12-475c-afbd-06379a716380" providerId="ADAL" clId="{14AF4BEF-A242-4640-9D0B-5D8FF404D542}" dt="2026-05-07T00:34:20.785" v="2055" actId="1036"/>
          <ac:spMkLst>
            <pc:docMk/>
            <pc:sldMk cId="1389549228" sldId="277"/>
            <ac:spMk id="118" creationId="{38BEF4C7-20DF-7B52-AEA5-BD2E937C9C45}"/>
          </ac:spMkLst>
        </pc:spChg>
        <pc:spChg chg="add mod">
          <ac:chgData name="LONG　HAIBO" userId="38da6880-df12-475c-afbd-06379a716380" providerId="ADAL" clId="{14AF4BEF-A242-4640-9D0B-5D8FF404D542}" dt="2026-05-07T00:33:24.411" v="2015" actId="1076"/>
          <ac:spMkLst>
            <pc:docMk/>
            <pc:sldMk cId="1389549228" sldId="277"/>
            <ac:spMk id="119" creationId="{43B3F7B3-E4F7-943A-115C-BE56F3FF64FB}"/>
          </ac:spMkLst>
        </pc:spChg>
        <pc:spChg chg="add mod">
          <ac:chgData name="LONG　HAIBO" userId="38da6880-df12-475c-afbd-06379a716380" providerId="ADAL" clId="{14AF4BEF-A242-4640-9D0B-5D8FF404D542}" dt="2026-05-07T00:30:34.239" v="1909" actId="1076"/>
          <ac:spMkLst>
            <pc:docMk/>
            <pc:sldMk cId="1389549228" sldId="277"/>
            <ac:spMk id="120" creationId="{CA2DB819-0177-1E51-9725-E4F4AACF4C8E}"/>
          </ac:spMkLst>
        </pc:spChg>
        <pc:spChg chg="add mod">
          <ac:chgData name="LONG　HAIBO" userId="38da6880-df12-475c-afbd-06379a716380" providerId="ADAL" clId="{14AF4BEF-A242-4640-9D0B-5D8FF404D542}" dt="2026-05-07T00:34:53.363" v="2088" actId="20577"/>
          <ac:spMkLst>
            <pc:docMk/>
            <pc:sldMk cId="1389549228" sldId="277"/>
            <ac:spMk id="122" creationId="{BAADFE25-6E1C-B7FA-4660-90F66287812D}"/>
          </ac:spMkLst>
        </pc:spChg>
        <pc:spChg chg="add del">
          <ac:chgData name="LONG　HAIBO" userId="38da6880-df12-475c-afbd-06379a716380" providerId="ADAL" clId="{14AF4BEF-A242-4640-9D0B-5D8FF404D542}" dt="2026-05-07T00:35:12.349" v="2118" actId="22"/>
          <ac:spMkLst>
            <pc:docMk/>
            <pc:sldMk cId="1389549228" sldId="277"/>
            <ac:spMk id="129" creationId="{1D632898-EDD6-B8CD-4768-395C0ACE24A9}"/>
          </ac:spMkLst>
        </pc:spChg>
        <pc:cxnChg chg="add mod">
          <ac:chgData name="LONG　HAIBO" userId="38da6880-df12-475c-afbd-06379a716380" providerId="ADAL" clId="{14AF4BEF-A242-4640-9D0B-5D8FF404D542}" dt="2026-05-07T00:24:01.090" v="1573" actId="14100"/>
          <ac:cxnSpMkLst>
            <pc:docMk/>
            <pc:sldMk cId="1389549228" sldId="277"/>
            <ac:cxnSpMk id="14" creationId="{ADD4E0B2-95CA-9922-7DDE-9B3786105B85}"/>
          </ac:cxnSpMkLst>
        </pc:cxnChg>
        <pc:cxnChg chg="add del mod">
          <ac:chgData name="LONG　HAIBO" userId="38da6880-df12-475c-afbd-06379a716380" providerId="ADAL" clId="{14AF4BEF-A242-4640-9D0B-5D8FF404D542}" dt="2026-05-07T00:15:28.859" v="1211" actId="478"/>
          <ac:cxnSpMkLst>
            <pc:docMk/>
            <pc:sldMk cId="1389549228" sldId="277"/>
            <ac:cxnSpMk id="20" creationId="{3BC6D2EF-E389-1B80-87E1-8A091EF5AC24}"/>
          </ac:cxnSpMkLst>
        </pc:cxnChg>
        <pc:cxnChg chg="add del mod">
          <ac:chgData name="LONG　HAIBO" userId="38da6880-df12-475c-afbd-06379a716380" providerId="ADAL" clId="{14AF4BEF-A242-4640-9D0B-5D8FF404D542}" dt="2026-05-07T00:19:22.441" v="1427" actId="478"/>
          <ac:cxnSpMkLst>
            <pc:docMk/>
            <pc:sldMk cId="1389549228" sldId="277"/>
            <ac:cxnSpMk id="23" creationId="{EBCCC582-4F9A-DB4E-9B21-2F3D5EB77A47}"/>
          </ac:cxnSpMkLst>
        </pc:cxnChg>
        <pc:cxnChg chg="add del mod">
          <ac:chgData name="LONG　HAIBO" userId="38da6880-df12-475c-afbd-06379a716380" providerId="ADAL" clId="{14AF4BEF-A242-4640-9D0B-5D8FF404D542}" dt="2026-05-07T00:19:33.656" v="1429" actId="478"/>
          <ac:cxnSpMkLst>
            <pc:docMk/>
            <pc:sldMk cId="1389549228" sldId="277"/>
            <ac:cxnSpMk id="29" creationId="{411BC972-48B2-0809-BCBC-71311290CF9A}"/>
          </ac:cxnSpMkLst>
        </pc:cxnChg>
        <pc:cxnChg chg="add del mod">
          <ac:chgData name="LONG　HAIBO" userId="38da6880-df12-475c-afbd-06379a716380" providerId="ADAL" clId="{14AF4BEF-A242-4640-9D0B-5D8FF404D542}" dt="2026-05-07T00:19:34.473" v="1430" actId="478"/>
          <ac:cxnSpMkLst>
            <pc:docMk/>
            <pc:sldMk cId="1389549228" sldId="277"/>
            <ac:cxnSpMk id="32" creationId="{37FA9AD3-FF51-AD9C-7C61-3ACD22F987C7}"/>
          </ac:cxnSpMkLst>
        </pc:cxnChg>
        <pc:cxnChg chg="add del mod">
          <ac:chgData name="LONG　HAIBO" userId="38da6880-df12-475c-afbd-06379a716380" providerId="ADAL" clId="{14AF4BEF-A242-4640-9D0B-5D8FF404D542}" dt="2026-05-07T00:19:35.681" v="1431" actId="478"/>
          <ac:cxnSpMkLst>
            <pc:docMk/>
            <pc:sldMk cId="1389549228" sldId="277"/>
            <ac:cxnSpMk id="40" creationId="{E2E35B1A-0BD4-1A45-7492-3103E34B3D4D}"/>
          </ac:cxnSpMkLst>
        </pc:cxnChg>
        <pc:cxnChg chg="add">
          <ac:chgData name="LONG　HAIBO" userId="38da6880-df12-475c-afbd-06379a716380" providerId="ADAL" clId="{14AF4BEF-A242-4640-9D0B-5D8FF404D542}" dt="2026-05-07T00:19:30.982" v="1428" actId="11529"/>
          <ac:cxnSpMkLst>
            <pc:docMk/>
            <pc:sldMk cId="1389549228" sldId="277"/>
            <ac:cxnSpMk id="49" creationId="{11D2DD34-420C-6818-CC98-D6503633FCEE}"/>
          </ac:cxnSpMkLst>
        </pc:cxnChg>
        <pc:cxnChg chg="add mod">
          <ac:chgData name="LONG　HAIBO" userId="38da6880-df12-475c-afbd-06379a716380" providerId="ADAL" clId="{14AF4BEF-A242-4640-9D0B-5D8FF404D542}" dt="2026-05-07T00:28:55.366" v="1764" actId="14100"/>
          <ac:cxnSpMkLst>
            <pc:docMk/>
            <pc:sldMk cId="1389549228" sldId="277"/>
            <ac:cxnSpMk id="50" creationId="{CA7483F1-4871-2FF0-4E1A-23D059930DCC}"/>
          </ac:cxnSpMkLst>
        </pc:cxnChg>
        <pc:cxnChg chg="add mod">
          <ac:chgData name="LONG　HAIBO" userId="38da6880-df12-475c-afbd-06379a716380" providerId="ADAL" clId="{14AF4BEF-A242-4640-9D0B-5D8FF404D542}" dt="2026-05-07T00:28:55.366" v="1764" actId="14100"/>
          <ac:cxnSpMkLst>
            <pc:docMk/>
            <pc:sldMk cId="1389549228" sldId="277"/>
            <ac:cxnSpMk id="55" creationId="{F9677CD9-5483-CEE3-6C22-DFB0F29288EC}"/>
          </ac:cxnSpMkLst>
        </pc:cxnChg>
        <pc:cxnChg chg="add mod">
          <ac:chgData name="LONG　HAIBO" userId="38da6880-df12-475c-afbd-06379a716380" providerId="ADAL" clId="{14AF4BEF-A242-4640-9D0B-5D8FF404D542}" dt="2026-05-07T00:28:55.366" v="1764" actId="14100"/>
          <ac:cxnSpMkLst>
            <pc:docMk/>
            <pc:sldMk cId="1389549228" sldId="277"/>
            <ac:cxnSpMk id="59" creationId="{B9E38197-ABDF-D34F-A0C5-643BCD8E24D4}"/>
          </ac:cxnSpMkLst>
        </pc:cxnChg>
        <pc:cxnChg chg="add mod">
          <ac:chgData name="LONG　HAIBO" userId="38da6880-df12-475c-afbd-06379a716380" providerId="ADAL" clId="{14AF4BEF-A242-4640-9D0B-5D8FF404D542}" dt="2026-05-07T00:28:55.366" v="1764" actId="14100"/>
          <ac:cxnSpMkLst>
            <pc:docMk/>
            <pc:sldMk cId="1389549228" sldId="277"/>
            <ac:cxnSpMk id="62" creationId="{B0B83B36-9D8E-7184-4907-86D115ACB38C}"/>
          </ac:cxnSpMkLst>
        </pc:cxnChg>
        <pc:cxnChg chg="add mod">
          <ac:chgData name="LONG　HAIBO" userId="38da6880-df12-475c-afbd-06379a716380" providerId="ADAL" clId="{14AF4BEF-A242-4640-9D0B-5D8FF404D542}" dt="2026-05-07T00:33:39.275" v="2031" actId="1035"/>
          <ac:cxnSpMkLst>
            <pc:docMk/>
            <pc:sldMk cId="1389549228" sldId="277"/>
            <ac:cxnSpMk id="65" creationId="{7C1BD77E-5D6F-F146-3631-B28F65E9996D}"/>
          </ac:cxnSpMkLst>
        </pc:cxnChg>
        <pc:cxnChg chg="add mod">
          <ac:chgData name="LONG　HAIBO" userId="38da6880-df12-475c-afbd-06379a716380" providerId="ADAL" clId="{14AF4BEF-A242-4640-9D0B-5D8FF404D542}" dt="2026-05-07T00:30:07.849" v="1867" actId="14100"/>
          <ac:cxnSpMkLst>
            <pc:docMk/>
            <pc:sldMk cId="1389549228" sldId="277"/>
            <ac:cxnSpMk id="68" creationId="{02D8D653-81C9-11B2-C09D-B81163651A19}"/>
          </ac:cxnSpMkLst>
        </pc:cxnChg>
        <pc:cxnChg chg="add del mod">
          <ac:chgData name="LONG　HAIBO" userId="38da6880-df12-475c-afbd-06379a716380" providerId="ADAL" clId="{14AF4BEF-A242-4640-9D0B-5D8FF404D542}" dt="2026-05-07T00:23:10.150" v="1514" actId="478"/>
          <ac:cxnSpMkLst>
            <pc:docMk/>
            <pc:sldMk cId="1389549228" sldId="277"/>
            <ac:cxnSpMk id="72" creationId="{E6A8FFEF-8024-D95A-07E3-85258370D041}"/>
          </ac:cxnSpMkLst>
        </pc:cxnChg>
        <pc:cxnChg chg="add mod">
          <ac:chgData name="LONG　HAIBO" userId="38da6880-df12-475c-afbd-06379a716380" providerId="ADAL" clId="{14AF4BEF-A242-4640-9D0B-5D8FF404D542}" dt="2026-05-07T00:32:55.911" v="2006" actId="1582"/>
          <ac:cxnSpMkLst>
            <pc:docMk/>
            <pc:sldMk cId="1389549228" sldId="277"/>
            <ac:cxnSpMk id="73" creationId="{D29721B8-E08A-5E12-1D81-E6D8B05D0F2E}"/>
          </ac:cxnSpMkLst>
        </pc:cxnChg>
        <pc:cxnChg chg="add del mod">
          <ac:chgData name="LONG　HAIBO" userId="38da6880-df12-475c-afbd-06379a716380" providerId="ADAL" clId="{14AF4BEF-A242-4640-9D0B-5D8FF404D542}" dt="2026-05-07T00:26:34.748" v="1695" actId="478"/>
          <ac:cxnSpMkLst>
            <pc:docMk/>
            <pc:sldMk cId="1389549228" sldId="277"/>
            <ac:cxnSpMk id="77" creationId="{F420771C-3A68-2D46-370D-79EA0FF9E3D9}"/>
          </ac:cxnSpMkLst>
        </pc:cxnChg>
        <pc:cxnChg chg="add mod">
          <ac:chgData name="LONG　HAIBO" userId="38da6880-df12-475c-afbd-06379a716380" providerId="ADAL" clId="{14AF4BEF-A242-4640-9D0B-5D8FF404D542}" dt="2026-05-07T00:28:47.700" v="1761" actId="1036"/>
          <ac:cxnSpMkLst>
            <pc:docMk/>
            <pc:sldMk cId="1389549228" sldId="277"/>
            <ac:cxnSpMk id="80" creationId="{B0E3F638-8C4A-5DD7-01DB-C79E8DF8E176}"/>
          </ac:cxnSpMkLst>
        </pc:cxnChg>
        <pc:cxnChg chg="add mod">
          <ac:chgData name="LONG　HAIBO" userId="38da6880-df12-475c-afbd-06379a716380" providerId="ADAL" clId="{14AF4BEF-A242-4640-9D0B-5D8FF404D542}" dt="2026-05-07T00:28:47.700" v="1761" actId="1036"/>
          <ac:cxnSpMkLst>
            <pc:docMk/>
            <pc:sldMk cId="1389549228" sldId="277"/>
            <ac:cxnSpMk id="84" creationId="{2873B2DF-687D-6F53-00CB-DC0971FD8F09}"/>
          </ac:cxnSpMkLst>
        </pc:cxnChg>
        <pc:cxnChg chg="add mod">
          <ac:chgData name="LONG　HAIBO" userId="38da6880-df12-475c-afbd-06379a716380" providerId="ADAL" clId="{14AF4BEF-A242-4640-9D0B-5D8FF404D542}" dt="2026-05-07T00:28:47.700" v="1761" actId="1036"/>
          <ac:cxnSpMkLst>
            <pc:docMk/>
            <pc:sldMk cId="1389549228" sldId="277"/>
            <ac:cxnSpMk id="88" creationId="{83D8CB38-244F-11C4-313A-1651A2489BE8}"/>
          </ac:cxnSpMkLst>
        </pc:cxnChg>
        <pc:cxnChg chg="add mod">
          <ac:chgData name="LONG　HAIBO" userId="38da6880-df12-475c-afbd-06379a716380" providerId="ADAL" clId="{14AF4BEF-A242-4640-9D0B-5D8FF404D542}" dt="2026-05-07T00:28:47.700" v="1761" actId="1036"/>
          <ac:cxnSpMkLst>
            <pc:docMk/>
            <pc:sldMk cId="1389549228" sldId="277"/>
            <ac:cxnSpMk id="96" creationId="{5ED17DCE-CF4D-5EBA-D3A0-AF3FD006C838}"/>
          </ac:cxnSpMkLst>
        </pc:cxnChg>
        <pc:cxnChg chg="add mod">
          <ac:chgData name="LONG　HAIBO" userId="38da6880-df12-475c-afbd-06379a716380" providerId="ADAL" clId="{14AF4BEF-A242-4640-9D0B-5D8FF404D542}" dt="2026-05-07T00:34:14.463" v="2046" actId="208"/>
          <ac:cxnSpMkLst>
            <pc:docMk/>
            <pc:sldMk cId="1389549228" sldId="277"/>
            <ac:cxnSpMk id="125" creationId="{52B1158C-01A9-D229-D2D6-90CE9818D50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0810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34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60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02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53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65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35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7226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904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876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756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ib.asprova.com/ja/e-learning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724FD5-468E-48A6-5CCA-F38B01DC9A66}"/>
              </a:ext>
            </a:extLst>
          </p:cNvPr>
          <p:cNvSpPr txBox="1"/>
          <p:nvPr/>
        </p:nvSpPr>
        <p:spPr>
          <a:xfrm>
            <a:off x="-78234" y="-1200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世の中普通な生産計画と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Bom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流動流れ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36D36B-658D-A53B-89C6-06C5CD1CB6F4}"/>
              </a:ext>
            </a:extLst>
          </p:cNvPr>
          <p:cNvSpPr/>
          <p:nvPr/>
        </p:nvSpPr>
        <p:spPr>
          <a:xfrm>
            <a:off x="8739864" y="398207"/>
            <a:ext cx="2025445" cy="698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ERP</a:t>
            </a:r>
          </a:p>
          <a:p>
            <a:pPr algn="ctr"/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ja-JP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SAP/Plex</a:t>
            </a:r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ja-JP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49C965-3C2F-2126-D67B-CED08F1452FB}"/>
              </a:ext>
            </a:extLst>
          </p:cNvPr>
          <p:cNvSpPr/>
          <p:nvPr/>
        </p:nvSpPr>
        <p:spPr>
          <a:xfrm>
            <a:off x="452283" y="420475"/>
            <a:ext cx="2025445" cy="698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PLM/PDM</a:t>
            </a:r>
          </a:p>
          <a:p>
            <a:pPr algn="ctr"/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ja-JP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PTC Windchill</a:t>
            </a:r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ja-JP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フローチャート: 書類 5">
            <a:extLst>
              <a:ext uri="{FF2B5EF4-FFF2-40B4-BE49-F238E27FC236}">
                <a16:creationId xmlns:a16="http://schemas.microsoft.com/office/drawing/2014/main" id="{2A4DAEFD-0AA7-226C-7E4E-647047502370}"/>
              </a:ext>
            </a:extLst>
          </p:cNvPr>
          <p:cNvSpPr/>
          <p:nvPr/>
        </p:nvSpPr>
        <p:spPr>
          <a:xfrm>
            <a:off x="4429773" y="560666"/>
            <a:ext cx="1487148" cy="1260113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CAD</a:t>
            </a:r>
            <a:r>
              <a:rPr lang="ja-JP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図面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EBOM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MBOM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PBOM</a:t>
            </a:r>
            <a:endParaRPr kumimoji="1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C3645E3-79D4-2567-D654-5AD8806E0FFB}"/>
              </a:ext>
            </a:extLst>
          </p:cNvPr>
          <p:cNvSpPr/>
          <p:nvPr/>
        </p:nvSpPr>
        <p:spPr>
          <a:xfrm>
            <a:off x="4070554" y="4073854"/>
            <a:ext cx="2025445" cy="390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MES</a:t>
            </a:r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ja-JP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Plex</a:t>
            </a:r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5209B44-5F75-3B09-F6B7-05DD2FC09AFC}"/>
              </a:ext>
            </a:extLst>
          </p:cNvPr>
          <p:cNvSpPr/>
          <p:nvPr/>
        </p:nvSpPr>
        <p:spPr>
          <a:xfrm>
            <a:off x="452283" y="5987846"/>
            <a:ext cx="2025445" cy="698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SCADA/DCS</a:t>
            </a:r>
          </a:p>
          <a:p>
            <a:pPr algn="ctr"/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ja-JP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Intouch</a:t>
            </a:r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4D2663-4A22-60F8-CA39-C8C12422FADE}"/>
              </a:ext>
            </a:extLst>
          </p:cNvPr>
          <p:cNvSpPr/>
          <p:nvPr/>
        </p:nvSpPr>
        <p:spPr>
          <a:xfrm>
            <a:off x="8739863" y="5987846"/>
            <a:ext cx="2025445" cy="698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IoT</a:t>
            </a:r>
          </a:p>
          <a:p>
            <a:pPr algn="ctr"/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ja-JP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CONNECT</a:t>
            </a:r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ja-JP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フローチャート: 書類 10">
            <a:extLst>
              <a:ext uri="{FF2B5EF4-FFF2-40B4-BE49-F238E27FC236}">
                <a16:creationId xmlns:a16="http://schemas.microsoft.com/office/drawing/2014/main" id="{79A27FD8-897E-09A7-97CA-91E863FBB4E6}"/>
              </a:ext>
            </a:extLst>
          </p:cNvPr>
          <p:cNvSpPr/>
          <p:nvPr/>
        </p:nvSpPr>
        <p:spPr>
          <a:xfrm>
            <a:off x="8739864" y="1887794"/>
            <a:ext cx="1773311" cy="825909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MPS</a:t>
            </a:r>
            <a:r>
              <a:rPr lang="ja-JP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（大日程）</a:t>
            </a:r>
            <a:endParaRPr lang="en-US" altLang="ja-JP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在庫</a:t>
            </a:r>
            <a:r>
              <a:rPr lang="en-US" altLang="ja-JP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ja-JP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購入</a:t>
            </a:r>
            <a:endParaRPr lang="en-US" altLang="ja-JP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DD4E0B2-95CA-9922-7DDE-9B3786105B8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477728" y="769520"/>
            <a:ext cx="19614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BD60D4A-7CCC-8242-8402-B50D04E0A4D9}"/>
              </a:ext>
            </a:extLst>
          </p:cNvPr>
          <p:cNvSpPr txBox="1"/>
          <p:nvPr/>
        </p:nvSpPr>
        <p:spPr>
          <a:xfrm>
            <a:off x="2573837" y="461743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①</a:t>
            </a:r>
            <a:r>
              <a:rPr kumimoji="1" lang="en-US" altLang="ja-JP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BOM</a:t>
            </a:r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作成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96FF0126-30D1-4696-94C0-DB40328FFBAF}"/>
              </a:ext>
            </a:extLst>
          </p:cNvPr>
          <p:cNvSpPr/>
          <p:nvPr/>
        </p:nvSpPr>
        <p:spPr>
          <a:xfrm>
            <a:off x="4306081" y="884904"/>
            <a:ext cx="108604" cy="108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F2AE11CB-8A08-25BF-A877-3CABD7CCEA4F}"/>
              </a:ext>
            </a:extLst>
          </p:cNvPr>
          <p:cNvSpPr/>
          <p:nvPr/>
        </p:nvSpPr>
        <p:spPr>
          <a:xfrm>
            <a:off x="4301164" y="1076633"/>
            <a:ext cx="108604" cy="108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4AAE7D6-23A5-41B5-B068-57D2448AB6E5}"/>
              </a:ext>
            </a:extLst>
          </p:cNvPr>
          <p:cNvSpPr/>
          <p:nvPr/>
        </p:nvSpPr>
        <p:spPr>
          <a:xfrm>
            <a:off x="4296247" y="1297858"/>
            <a:ext cx="108604" cy="108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3B1BC4F-52C5-F946-7E02-2BBD12B4FAFE}"/>
              </a:ext>
            </a:extLst>
          </p:cNvPr>
          <p:cNvSpPr/>
          <p:nvPr/>
        </p:nvSpPr>
        <p:spPr>
          <a:xfrm>
            <a:off x="8642119" y="2064778"/>
            <a:ext cx="108604" cy="108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11D2DD34-420C-6818-CC98-D6503633FCEE}"/>
              </a:ext>
            </a:extLst>
          </p:cNvPr>
          <p:cNvCxnSpPr>
            <a:stCxn id="17" idx="2"/>
            <a:endCxn id="4" idx="0"/>
          </p:cNvCxnSpPr>
          <p:nvPr/>
        </p:nvCxnSpPr>
        <p:spPr>
          <a:xfrm rot="10800000" flipH="1">
            <a:off x="4301163" y="398207"/>
            <a:ext cx="5451423" cy="732728"/>
          </a:xfrm>
          <a:prstGeom prst="bentConnector4">
            <a:avLst>
              <a:gd name="adj1" fmla="val -4193"/>
              <a:gd name="adj2" fmla="val 1311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CA7483F1-4871-2FF0-4E1A-23D059930DCC}"/>
              </a:ext>
            </a:extLst>
          </p:cNvPr>
          <p:cNvCxnSpPr>
            <a:cxnSpLocks/>
            <a:stCxn id="16" idx="2"/>
            <a:endCxn id="7" idx="1"/>
          </p:cNvCxnSpPr>
          <p:nvPr/>
        </p:nvCxnSpPr>
        <p:spPr>
          <a:xfrm rot="10800000" flipV="1">
            <a:off x="4070555" y="939205"/>
            <a:ext cx="235526" cy="1818999"/>
          </a:xfrm>
          <a:prstGeom prst="bentConnector3">
            <a:avLst>
              <a:gd name="adj1" fmla="val 197059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F9677CD9-5483-CEE3-6C22-DFB0F29288EC}"/>
              </a:ext>
            </a:extLst>
          </p:cNvPr>
          <p:cNvCxnSpPr>
            <a:cxnSpLocks/>
            <a:stCxn id="18" idx="4"/>
            <a:endCxn id="7" idx="1"/>
          </p:cNvCxnSpPr>
          <p:nvPr/>
        </p:nvCxnSpPr>
        <p:spPr>
          <a:xfrm rot="5400000">
            <a:off x="3534681" y="1942336"/>
            <a:ext cx="1351743" cy="279994"/>
          </a:xfrm>
          <a:prstGeom prst="bentConnector4">
            <a:avLst>
              <a:gd name="adj1" fmla="val 41324"/>
              <a:gd name="adj2" fmla="val 181645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2AB8C23C-39B5-C7A6-233F-01D42DB87706}"/>
              </a:ext>
            </a:extLst>
          </p:cNvPr>
          <p:cNvSpPr/>
          <p:nvPr/>
        </p:nvSpPr>
        <p:spPr>
          <a:xfrm>
            <a:off x="8647035" y="2236842"/>
            <a:ext cx="108604" cy="108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B9E38197-ABDF-D34F-A0C5-643BCD8E24D4}"/>
              </a:ext>
            </a:extLst>
          </p:cNvPr>
          <p:cNvCxnSpPr>
            <a:cxnSpLocks/>
            <a:stCxn id="39" idx="2"/>
            <a:endCxn id="7" idx="3"/>
          </p:cNvCxnSpPr>
          <p:nvPr/>
        </p:nvCxnSpPr>
        <p:spPr>
          <a:xfrm rot="10800000" flipV="1">
            <a:off x="6096001" y="2119079"/>
            <a:ext cx="2546119" cy="639125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B0B83B36-9D8E-7184-4907-86D115ACB38C}"/>
              </a:ext>
            </a:extLst>
          </p:cNvPr>
          <p:cNvCxnSpPr>
            <a:cxnSpLocks/>
            <a:stCxn id="58" idx="2"/>
            <a:endCxn id="7" idx="3"/>
          </p:cNvCxnSpPr>
          <p:nvPr/>
        </p:nvCxnSpPr>
        <p:spPr>
          <a:xfrm rot="10800000" flipV="1">
            <a:off x="6096001" y="2291143"/>
            <a:ext cx="2551035" cy="467061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7C1BD77E-5D6F-F146-3631-B28F65E9996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352210" y="1796979"/>
            <a:ext cx="2088000" cy="2600422"/>
          </a:xfrm>
          <a:prstGeom prst="bentConnector4">
            <a:avLst>
              <a:gd name="adj1" fmla="val -10371"/>
              <a:gd name="adj2" fmla="val 71462"/>
            </a:avLst>
          </a:prstGeom>
          <a:ln>
            <a:solidFill>
              <a:schemeClr val="accent5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02D8D653-81C9-11B2-C09D-B81163651A19}"/>
              </a:ext>
            </a:extLst>
          </p:cNvPr>
          <p:cNvCxnSpPr>
            <a:cxnSpLocks/>
            <a:stCxn id="18" idx="2"/>
            <a:endCxn id="8" idx="1"/>
          </p:cNvCxnSpPr>
          <p:nvPr/>
        </p:nvCxnSpPr>
        <p:spPr>
          <a:xfrm rot="10800000" flipV="1">
            <a:off x="4070555" y="1352160"/>
            <a:ext cx="225693" cy="2916850"/>
          </a:xfrm>
          <a:prstGeom prst="bentConnector3">
            <a:avLst>
              <a:gd name="adj1" fmla="val 462676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D29721B8-E08A-5E12-1D81-E6D8B05D0F2E}"/>
              </a:ext>
            </a:extLst>
          </p:cNvPr>
          <p:cNvCxnSpPr>
            <a:cxnSpLocks/>
          </p:cNvCxnSpPr>
          <p:nvPr/>
        </p:nvCxnSpPr>
        <p:spPr>
          <a:xfrm>
            <a:off x="9701470" y="1076633"/>
            <a:ext cx="0" cy="829319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E89A1D7-89C8-3823-B445-32461EE8D6B6}"/>
              </a:ext>
            </a:extLst>
          </p:cNvPr>
          <p:cNvSpPr txBox="1"/>
          <p:nvPr/>
        </p:nvSpPr>
        <p:spPr>
          <a:xfrm>
            <a:off x="9770775" y="123872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②大日程作成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87EDAAD8-9F8F-178E-62FC-397A49D7F45D}"/>
              </a:ext>
            </a:extLst>
          </p:cNvPr>
          <p:cNvSpPr txBox="1"/>
          <p:nvPr/>
        </p:nvSpPr>
        <p:spPr>
          <a:xfrm>
            <a:off x="5121552" y="4486806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④現場計画作成</a:t>
            </a:r>
          </a:p>
        </p:txBody>
      </p: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B0E3F638-8C4A-5DD7-01DB-C79E8DF8E17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2512302" y="3416871"/>
            <a:ext cx="1523680" cy="3618271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535EC23F-7355-F08F-5F39-8691D5408D2F}"/>
              </a:ext>
            </a:extLst>
          </p:cNvPr>
          <p:cNvSpPr txBox="1"/>
          <p:nvPr/>
        </p:nvSpPr>
        <p:spPr>
          <a:xfrm>
            <a:off x="2494674" y="52813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作業指示</a:t>
            </a:r>
          </a:p>
        </p:txBody>
      </p: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2873B2DF-687D-6F53-00CB-DC0971FD8F09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6200000" flipH="1">
            <a:off x="6656091" y="2891351"/>
            <a:ext cx="1523680" cy="466930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75D7869F-FC0C-69BE-F36B-281AD9438430}"/>
              </a:ext>
            </a:extLst>
          </p:cNvPr>
          <p:cNvSpPr txBox="1"/>
          <p:nvPr/>
        </p:nvSpPr>
        <p:spPr>
          <a:xfrm>
            <a:off x="6830864" y="53029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作業指示</a:t>
            </a:r>
            <a:endParaRPr kumimoji="1" lang="ja-JP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8" name="コネクタ: カギ線 87">
            <a:extLst>
              <a:ext uri="{FF2B5EF4-FFF2-40B4-BE49-F238E27FC236}">
                <a16:creationId xmlns:a16="http://schemas.microsoft.com/office/drawing/2014/main" id="{83D8CB38-244F-11C4-313A-1651A2489BE8}"/>
              </a:ext>
            </a:extLst>
          </p:cNvPr>
          <p:cNvCxnSpPr>
            <a:cxnSpLocks/>
            <a:stCxn id="9" idx="1"/>
            <a:endCxn id="8" idx="1"/>
          </p:cNvCxnSpPr>
          <p:nvPr/>
        </p:nvCxnSpPr>
        <p:spPr>
          <a:xfrm rot="10800000" flipH="1">
            <a:off x="452282" y="4269011"/>
            <a:ext cx="3618271" cy="2067881"/>
          </a:xfrm>
          <a:prstGeom prst="bentConnector3">
            <a:avLst>
              <a:gd name="adj1" fmla="val -6318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B7200894-6D48-4DBE-52B1-A2F660CDDC07}"/>
              </a:ext>
            </a:extLst>
          </p:cNvPr>
          <p:cNvSpPr txBox="1"/>
          <p:nvPr/>
        </p:nvSpPr>
        <p:spPr>
          <a:xfrm>
            <a:off x="445025" y="392188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作業実績反映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3861057D-8F33-1D3B-07E5-2761F4C2591A}"/>
              </a:ext>
            </a:extLst>
          </p:cNvPr>
          <p:cNvSpPr txBox="1"/>
          <p:nvPr/>
        </p:nvSpPr>
        <p:spPr>
          <a:xfrm>
            <a:off x="8995177" y="392188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作業実績反映</a:t>
            </a:r>
          </a:p>
        </p:txBody>
      </p:sp>
      <p:sp>
        <p:nvSpPr>
          <p:cNvPr id="38" name="フローチャート: 書類 37">
            <a:extLst>
              <a:ext uri="{FF2B5EF4-FFF2-40B4-BE49-F238E27FC236}">
                <a16:creationId xmlns:a16="http://schemas.microsoft.com/office/drawing/2014/main" id="{C06D3265-20E5-C431-8498-8620F8FFAE3F}"/>
              </a:ext>
            </a:extLst>
          </p:cNvPr>
          <p:cNvSpPr/>
          <p:nvPr/>
        </p:nvSpPr>
        <p:spPr>
          <a:xfrm>
            <a:off x="4106848" y="4781775"/>
            <a:ext cx="1912522" cy="825909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差立て計画</a:t>
            </a:r>
            <a:r>
              <a:rPr lang="ja-JP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（工程ベース）</a:t>
            </a:r>
            <a:endParaRPr lang="en-US" altLang="ja-JP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5ED17DCE-CF4D-5EBA-D3A0-AF3FD006C838}"/>
              </a:ext>
            </a:extLst>
          </p:cNvPr>
          <p:cNvCxnSpPr>
            <a:cxnSpLocks/>
            <a:stCxn id="10" idx="3"/>
            <a:endCxn id="8" idx="3"/>
          </p:cNvCxnSpPr>
          <p:nvPr/>
        </p:nvCxnSpPr>
        <p:spPr>
          <a:xfrm flipH="1" flipV="1">
            <a:off x="6095999" y="4269010"/>
            <a:ext cx="4669309" cy="2067881"/>
          </a:xfrm>
          <a:prstGeom prst="bentConnector3">
            <a:avLst>
              <a:gd name="adj1" fmla="val -4896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13536BD-380B-0B6B-7239-E21A4A7811AC}"/>
              </a:ext>
            </a:extLst>
          </p:cNvPr>
          <p:cNvSpPr/>
          <p:nvPr/>
        </p:nvSpPr>
        <p:spPr>
          <a:xfrm>
            <a:off x="4070555" y="2523656"/>
            <a:ext cx="2025445" cy="469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APS</a:t>
            </a:r>
          </a:p>
          <a:p>
            <a:pPr algn="ctr"/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ja-JP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Asprova</a:t>
            </a:r>
            <a:r>
              <a:rPr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ja-JP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DFF5FB94-82F1-F93F-4C55-B124585F2CF5}"/>
              </a:ext>
            </a:extLst>
          </p:cNvPr>
          <p:cNvSpPr txBox="1"/>
          <p:nvPr/>
        </p:nvSpPr>
        <p:spPr>
          <a:xfrm>
            <a:off x="3874154" y="200001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同期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7E4527CD-1145-D512-11B9-9ECDF4BEE8D3}"/>
              </a:ext>
            </a:extLst>
          </p:cNvPr>
          <p:cNvSpPr txBox="1"/>
          <p:nvPr/>
        </p:nvSpPr>
        <p:spPr>
          <a:xfrm>
            <a:off x="2728387" y="184892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同期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B193F4EF-5E3E-4D32-AF8A-C51E6BAE07DB}"/>
              </a:ext>
            </a:extLst>
          </p:cNvPr>
          <p:cNvSpPr txBox="1"/>
          <p:nvPr/>
        </p:nvSpPr>
        <p:spPr>
          <a:xfrm>
            <a:off x="8126820" y="151091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同期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43B3F7B3-E4F7-943A-115C-BE56F3FF64FB}"/>
              </a:ext>
            </a:extLst>
          </p:cNvPr>
          <p:cNvSpPr txBox="1"/>
          <p:nvPr/>
        </p:nvSpPr>
        <p:spPr>
          <a:xfrm>
            <a:off x="7733675" y="18270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同期</a:t>
            </a: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CA2DB819-0177-1E51-9725-E4F4AACF4C8E}"/>
              </a:ext>
            </a:extLst>
          </p:cNvPr>
          <p:cNvSpPr txBox="1"/>
          <p:nvPr/>
        </p:nvSpPr>
        <p:spPr>
          <a:xfrm>
            <a:off x="7478279" y="228475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同期</a:t>
            </a: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BAADFE25-6E1C-B7FA-4660-90F66287812D}"/>
              </a:ext>
            </a:extLst>
          </p:cNvPr>
          <p:cNvSpPr txBox="1"/>
          <p:nvPr/>
        </p:nvSpPr>
        <p:spPr>
          <a:xfrm>
            <a:off x="5092526" y="300808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③詳細計画作成</a:t>
            </a:r>
          </a:p>
        </p:txBody>
      </p: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52B1158C-01A9-D229-D2D6-90CE9818D50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083277" y="3008088"/>
            <a:ext cx="0" cy="1065766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フローチャート: 書類 117">
            <a:extLst>
              <a:ext uri="{FF2B5EF4-FFF2-40B4-BE49-F238E27FC236}">
                <a16:creationId xmlns:a16="http://schemas.microsoft.com/office/drawing/2014/main" id="{38BEF4C7-20DF-7B52-AEA5-BD2E937C9C45}"/>
              </a:ext>
            </a:extLst>
          </p:cNvPr>
          <p:cNvSpPr/>
          <p:nvPr/>
        </p:nvSpPr>
        <p:spPr>
          <a:xfrm>
            <a:off x="4106848" y="3364642"/>
            <a:ext cx="1989151" cy="469097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詳細スケジューリング</a:t>
            </a:r>
            <a:endParaRPr lang="en-US" altLang="ja-JP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9549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847296-E5D5-8706-01A6-452F52E13DDF}"/>
              </a:ext>
            </a:extLst>
          </p:cNvPr>
          <p:cNvSpPr txBox="1"/>
          <p:nvPr/>
        </p:nvSpPr>
        <p:spPr>
          <a:xfrm>
            <a:off x="-78234" y="-1200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Asprova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と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PLEX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の連携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30981D-D4C8-B3BF-AA4D-8C053D607ED8}"/>
              </a:ext>
            </a:extLst>
          </p:cNvPr>
          <p:cNvSpPr/>
          <p:nvPr/>
        </p:nvSpPr>
        <p:spPr>
          <a:xfrm>
            <a:off x="853440" y="5658464"/>
            <a:ext cx="1643955" cy="786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ERP/Asprova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フローチャート: 書類 4">
            <a:extLst>
              <a:ext uri="{FF2B5EF4-FFF2-40B4-BE49-F238E27FC236}">
                <a16:creationId xmlns:a16="http://schemas.microsoft.com/office/drawing/2014/main" id="{511AF3E2-0109-1910-78F9-8115D637B6D1}"/>
              </a:ext>
            </a:extLst>
          </p:cNvPr>
          <p:cNvSpPr/>
          <p:nvPr/>
        </p:nvSpPr>
        <p:spPr>
          <a:xfrm>
            <a:off x="853439" y="4581306"/>
            <a:ext cx="1643955" cy="825909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MPS/</a:t>
            </a: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受注オーダ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02B93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80D115A-DEA4-7509-FAE5-F564FDC4314B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1675417" y="5352613"/>
            <a:ext cx="1" cy="30585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3E9C36A-FC31-E350-C084-6921F5D136D1}"/>
              </a:ext>
            </a:extLst>
          </p:cNvPr>
          <p:cNvSpPr/>
          <p:nvPr/>
        </p:nvSpPr>
        <p:spPr>
          <a:xfrm>
            <a:off x="4803062" y="4566032"/>
            <a:ext cx="1548580" cy="786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Asprova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" name="フローチャート: 書類 11">
            <a:extLst>
              <a:ext uri="{FF2B5EF4-FFF2-40B4-BE49-F238E27FC236}">
                <a16:creationId xmlns:a16="http://schemas.microsoft.com/office/drawing/2014/main" id="{43239407-1111-7BC7-6CF7-208AE50D93DB}"/>
              </a:ext>
            </a:extLst>
          </p:cNvPr>
          <p:cNvSpPr/>
          <p:nvPr/>
        </p:nvSpPr>
        <p:spPr>
          <a:xfrm>
            <a:off x="4822726" y="3035709"/>
            <a:ext cx="1504018" cy="1020095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Planning and Scheduling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02B93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9769AF3-5666-0C4E-9F56-8DCBFF7A525F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5574735" y="3988364"/>
            <a:ext cx="2617" cy="57766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A626BAA-8FA1-18A3-9D98-A7DC1ACB6324}"/>
              </a:ext>
            </a:extLst>
          </p:cNvPr>
          <p:cNvSpPr/>
          <p:nvPr/>
        </p:nvSpPr>
        <p:spPr>
          <a:xfrm>
            <a:off x="8478752" y="3035709"/>
            <a:ext cx="1933890" cy="786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Plex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0" name="フローチャート: 書類 19">
            <a:extLst>
              <a:ext uri="{FF2B5EF4-FFF2-40B4-BE49-F238E27FC236}">
                <a16:creationId xmlns:a16="http://schemas.microsoft.com/office/drawing/2014/main" id="{7260E991-ED66-461C-07E9-0A238BB6D17F}"/>
              </a:ext>
            </a:extLst>
          </p:cNvPr>
          <p:cNvSpPr/>
          <p:nvPr/>
        </p:nvSpPr>
        <p:spPr>
          <a:xfrm>
            <a:off x="8495071" y="1493095"/>
            <a:ext cx="1878240" cy="921772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Manufacturing Executing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02B93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10E1B28-580D-76C9-4B1A-A413AF6E2CF0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H="1" flipV="1">
            <a:off x="9434191" y="2353928"/>
            <a:ext cx="11506" cy="68178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曲線 22">
            <a:extLst>
              <a:ext uri="{FF2B5EF4-FFF2-40B4-BE49-F238E27FC236}">
                <a16:creationId xmlns:a16="http://schemas.microsoft.com/office/drawing/2014/main" id="{74E633EA-5818-EB5C-2AD2-08462B0A4567}"/>
              </a:ext>
            </a:extLst>
          </p:cNvPr>
          <p:cNvCxnSpPr>
            <a:cxnSpLocks/>
            <a:stCxn id="5" idx="0"/>
            <a:endCxn id="11" idx="1"/>
          </p:cNvCxnSpPr>
          <p:nvPr/>
        </p:nvCxnSpPr>
        <p:spPr>
          <a:xfrm rot="16200000" flipH="1">
            <a:off x="3050230" y="3206492"/>
            <a:ext cx="378017" cy="3127645"/>
          </a:xfrm>
          <a:prstGeom prst="curvedConnector4">
            <a:avLst>
              <a:gd name="adj1" fmla="val -60473"/>
              <a:gd name="adj2" fmla="val 63141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曲線 23">
            <a:extLst>
              <a:ext uri="{FF2B5EF4-FFF2-40B4-BE49-F238E27FC236}">
                <a16:creationId xmlns:a16="http://schemas.microsoft.com/office/drawing/2014/main" id="{A9964AB0-48F9-36E6-8BB9-A1C6CE80F40F}"/>
              </a:ext>
            </a:extLst>
          </p:cNvPr>
          <p:cNvCxnSpPr>
            <a:cxnSpLocks/>
            <a:stCxn id="12" idx="0"/>
            <a:endCxn id="19" idx="1"/>
          </p:cNvCxnSpPr>
          <p:nvPr/>
        </p:nvCxnSpPr>
        <p:spPr>
          <a:xfrm rot="16200000" flipH="1">
            <a:off x="6830097" y="1780346"/>
            <a:ext cx="393291" cy="2904017"/>
          </a:xfrm>
          <a:prstGeom prst="curvedConnector4">
            <a:avLst>
              <a:gd name="adj1" fmla="val -58125"/>
              <a:gd name="adj2" fmla="val 62948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曲線 28">
            <a:extLst>
              <a:ext uri="{FF2B5EF4-FFF2-40B4-BE49-F238E27FC236}">
                <a16:creationId xmlns:a16="http://schemas.microsoft.com/office/drawing/2014/main" id="{44E6AE83-AB39-3FA1-BCF5-B188A8EAD15C}"/>
              </a:ext>
            </a:extLst>
          </p:cNvPr>
          <p:cNvCxnSpPr>
            <a:cxnSpLocks/>
            <a:stCxn id="20" idx="3"/>
            <a:endCxn id="11" idx="3"/>
          </p:cNvCxnSpPr>
          <p:nvPr/>
        </p:nvCxnSpPr>
        <p:spPr>
          <a:xfrm flipH="1">
            <a:off x="6351642" y="1953981"/>
            <a:ext cx="4021669" cy="3005342"/>
          </a:xfrm>
          <a:prstGeom prst="curvedConnector3">
            <a:avLst>
              <a:gd name="adj1" fmla="val -5684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コネクタ: 曲線 35">
            <a:extLst>
              <a:ext uri="{FF2B5EF4-FFF2-40B4-BE49-F238E27FC236}">
                <a16:creationId xmlns:a16="http://schemas.microsoft.com/office/drawing/2014/main" id="{ED911791-6AED-C615-1257-0B7615C89F43}"/>
              </a:ext>
            </a:extLst>
          </p:cNvPr>
          <p:cNvCxnSpPr>
            <a:cxnSpLocks/>
            <a:stCxn id="20" idx="3"/>
            <a:endCxn id="4" idx="3"/>
          </p:cNvCxnSpPr>
          <p:nvPr/>
        </p:nvCxnSpPr>
        <p:spPr>
          <a:xfrm flipH="1">
            <a:off x="2497395" y="1953981"/>
            <a:ext cx="7875916" cy="4097774"/>
          </a:xfrm>
          <a:prstGeom prst="curvedConnector3">
            <a:avLst>
              <a:gd name="adj1" fmla="val -5225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D3784F7-7894-FFAA-1634-0A1ECA2CB747}"/>
              </a:ext>
            </a:extLst>
          </p:cNvPr>
          <p:cNvSpPr txBox="1"/>
          <p:nvPr/>
        </p:nvSpPr>
        <p:spPr>
          <a:xfrm>
            <a:off x="2118179" y="4040182"/>
            <a:ext cx="2166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①製造オーダ（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CSV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・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DB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134BEB4-A1EE-A062-E670-B7D624883CD9}"/>
              </a:ext>
            </a:extLst>
          </p:cNvPr>
          <p:cNvSpPr txBox="1"/>
          <p:nvPr/>
        </p:nvSpPr>
        <p:spPr>
          <a:xfrm>
            <a:off x="5586848" y="2463419"/>
            <a:ext cx="2307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②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Scheduling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（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CSV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・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DB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73BDF97-1FCB-EC47-20CF-75D5599EA1C3}"/>
              </a:ext>
            </a:extLst>
          </p:cNvPr>
          <p:cNvSpPr txBox="1"/>
          <p:nvPr/>
        </p:nvSpPr>
        <p:spPr>
          <a:xfrm>
            <a:off x="7729097" y="4823506"/>
            <a:ext cx="170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③実績（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CSV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・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DB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</a:p>
        </p:txBody>
      </p:sp>
      <p:sp>
        <p:nvSpPr>
          <p:cNvPr id="57" name="吹き出し: 角を丸めた四角形 56">
            <a:extLst>
              <a:ext uri="{FF2B5EF4-FFF2-40B4-BE49-F238E27FC236}">
                <a16:creationId xmlns:a16="http://schemas.microsoft.com/office/drawing/2014/main" id="{DB2D5FCF-6F12-6064-9739-F5C8D3796103}"/>
              </a:ext>
            </a:extLst>
          </p:cNvPr>
          <p:cNvSpPr/>
          <p:nvPr/>
        </p:nvSpPr>
        <p:spPr>
          <a:xfrm>
            <a:off x="580917" y="2491065"/>
            <a:ext cx="2448232" cy="973575"/>
          </a:xfrm>
          <a:prstGeom prst="wedgeRoundRectCallout">
            <a:avLst>
              <a:gd name="adj1" fmla="val 34617"/>
              <a:gd name="adj2" fmla="val 107054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手動でデータ整形して導入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（プログラムで自動化可）</a:t>
            </a:r>
          </a:p>
        </p:txBody>
      </p:sp>
      <p:sp>
        <p:nvSpPr>
          <p:cNvPr id="58" name="吹き出し: 角を丸めた四角形 57">
            <a:extLst>
              <a:ext uri="{FF2B5EF4-FFF2-40B4-BE49-F238E27FC236}">
                <a16:creationId xmlns:a16="http://schemas.microsoft.com/office/drawing/2014/main" id="{D8A98B99-725D-D62D-5ACA-CA40F30E2BCA}"/>
              </a:ext>
            </a:extLst>
          </p:cNvPr>
          <p:cNvSpPr/>
          <p:nvPr/>
        </p:nvSpPr>
        <p:spPr>
          <a:xfrm>
            <a:off x="4783292" y="1146467"/>
            <a:ext cx="2448232" cy="973575"/>
          </a:xfrm>
          <a:prstGeom prst="wedgeRoundRectCallout">
            <a:avLst>
              <a:gd name="adj1" fmla="val 30467"/>
              <a:gd name="adj2" fmla="val 9187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CSV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DB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データを解析して自動的に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Plex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へ導入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日・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回）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5" name="吹き出し: 角を丸めた四角形 64">
            <a:extLst>
              <a:ext uri="{FF2B5EF4-FFF2-40B4-BE49-F238E27FC236}">
                <a16:creationId xmlns:a16="http://schemas.microsoft.com/office/drawing/2014/main" id="{E4859E4D-8D48-C78D-D783-316EA6CA3AB1}"/>
              </a:ext>
            </a:extLst>
          </p:cNvPr>
          <p:cNvSpPr/>
          <p:nvPr/>
        </p:nvSpPr>
        <p:spPr>
          <a:xfrm>
            <a:off x="8221581" y="5554262"/>
            <a:ext cx="2448232" cy="973575"/>
          </a:xfrm>
          <a:prstGeom prst="wedgeRoundRectCallout">
            <a:avLst>
              <a:gd name="adj1" fmla="val -30537"/>
              <a:gd name="adj2" fmla="val -96443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Plex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から自動的に実績データを読み込んで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CSV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生成・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DB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へ同期（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時間・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回）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フローチャート: 代替処理 5">
            <a:extLst>
              <a:ext uri="{FF2B5EF4-FFF2-40B4-BE49-F238E27FC236}">
                <a16:creationId xmlns:a16="http://schemas.microsoft.com/office/drawing/2014/main" id="{F5A30194-B193-6C9D-BB6B-9C85757160AA}"/>
              </a:ext>
            </a:extLst>
          </p:cNvPr>
          <p:cNvSpPr/>
          <p:nvPr/>
        </p:nvSpPr>
        <p:spPr>
          <a:xfrm>
            <a:off x="4783292" y="32921"/>
            <a:ext cx="5629350" cy="554182"/>
          </a:xfrm>
          <a:prstGeom prst="flowChartAlternateProcess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ＭＳ Ｐゴシック" panose="020B0600070205080204" pitchFamily="50" charset="-128"/>
                <a:cs typeface="+mn-cs"/>
              </a:rPr>
              <a:t>マスターデータの連携・同期は重要</a:t>
            </a:r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837E62F2-7898-EB3E-B4BD-099F7AF41722}"/>
              </a:ext>
            </a:extLst>
          </p:cNvPr>
          <p:cNvCxnSpPr>
            <a:stCxn id="12" idx="1"/>
            <a:endCxn id="6" idx="1"/>
          </p:cNvCxnSpPr>
          <p:nvPr/>
        </p:nvCxnSpPr>
        <p:spPr>
          <a:xfrm rot="10800000">
            <a:off x="4783292" y="310013"/>
            <a:ext cx="39434" cy="3235745"/>
          </a:xfrm>
          <a:prstGeom prst="bentConnector3">
            <a:avLst>
              <a:gd name="adj1" fmla="val 1733707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27EE9839-E6EA-357F-12A3-B46DD0D11E65}"/>
              </a:ext>
            </a:extLst>
          </p:cNvPr>
          <p:cNvCxnSpPr>
            <a:cxnSpLocks/>
            <a:stCxn id="19" idx="3"/>
            <a:endCxn id="6" idx="3"/>
          </p:cNvCxnSpPr>
          <p:nvPr/>
        </p:nvCxnSpPr>
        <p:spPr>
          <a:xfrm flipV="1">
            <a:off x="10412642" y="310012"/>
            <a:ext cx="12700" cy="3118988"/>
          </a:xfrm>
          <a:prstGeom prst="bentConnector3">
            <a:avLst>
              <a:gd name="adj1" fmla="val 4709087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4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6CE47961-C629-3EB4-12AF-3D7202B7D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50824"/>
              </p:ext>
            </p:extLst>
          </p:nvPr>
        </p:nvGraphicFramePr>
        <p:xfrm>
          <a:off x="0" y="391692"/>
          <a:ext cx="12192000" cy="6466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971">
                  <a:extLst>
                    <a:ext uri="{9D8B030D-6E8A-4147-A177-3AD203B41FA5}">
                      <a16:colId xmlns:a16="http://schemas.microsoft.com/office/drawing/2014/main" val="1675100159"/>
                    </a:ext>
                  </a:extLst>
                </a:gridCol>
                <a:gridCol w="6523568">
                  <a:extLst>
                    <a:ext uri="{9D8B030D-6E8A-4147-A177-3AD203B41FA5}">
                      <a16:colId xmlns:a16="http://schemas.microsoft.com/office/drawing/2014/main" val="2270297415"/>
                    </a:ext>
                  </a:extLst>
                </a:gridCol>
                <a:gridCol w="2654461">
                  <a:extLst>
                    <a:ext uri="{9D8B030D-6E8A-4147-A177-3AD203B41FA5}">
                      <a16:colId xmlns:a16="http://schemas.microsoft.com/office/drawing/2014/main" val="3991664378"/>
                    </a:ext>
                  </a:extLst>
                </a:gridCol>
              </a:tblGrid>
              <a:tr h="46343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500"/>
                        <a:t>製品・サービス</a:t>
                      </a:r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500"/>
                        <a:t>説明</a:t>
                      </a:r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500"/>
                        <a:t>備考</a:t>
                      </a:r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814143104"/>
                  </a:ext>
                </a:extLst>
              </a:tr>
              <a:tr h="443868">
                <a:tc>
                  <a:txBody>
                    <a:bodyPr/>
                    <a:lstStyle/>
                    <a:p>
                      <a:r>
                        <a:rPr kumimoji="1" lang="en-US" altLang="ja-JP" sz="1600" b="1" dirty="0"/>
                        <a:t>Asprova APS </a:t>
                      </a:r>
                      <a:r>
                        <a:rPr kumimoji="1" lang="ja-JP" altLang="en-US" sz="1600" b="1" dirty="0"/>
                        <a:t>インストーラ</a:t>
                      </a:r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Scheduler + My Schedule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Scheduling Server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4080159752"/>
                  </a:ext>
                </a:extLst>
              </a:tr>
              <a:tr h="591336">
                <a:tc>
                  <a:txBody>
                    <a:bodyPr/>
                    <a:lstStyle/>
                    <a:p>
                      <a:r>
                        <a:rPr kumimoji="1" lang="en-US" altLang="ja-JP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 My Schedule </a:t>
                      </a:r>
                      <a:r>
                        <a:rPr kumimoji="1" lang="ja-JP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モジュール</a:t>
                      </a:r>
                      <a:endParaRPr kumimoji="1" lang="ja-JP" altLang="en-US" sz="1600" b="1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/>
                        <a:t>生産計画と現場の距離を近づける </a:t>
                      </a:r>
                      <a:r>
                        <a:rPr kumimoji="1" lang="en-US" altLang="ja-JP" sz="1500" dirty="0"/>
                        <a:t>Asprova </a:t>
                      </a:r>
                      <a:r>
                        <a:rPr kumimoji="1" lang="ja-JP" altLang="en-US" sz="1500" dirty="0"/>
                        <a:t>専用の</a:t>
                      </a:r>
                      <a:r>
                        <a:rPr kumimoji="1" lang="en-US" altLang="ja-JP" sz="1500" dirty="0"/>
                        <a:t>Web</a:t>
                      </a:r>
                      <a:r>
                        <a:rPr kumimoji="1" lang="ja-JP" altLang="en-US" sz="1500" dirty="0"/>
                        <a:t>アプリ</a:t>
                      </a:r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Scheduling  web application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2952550241"/>
                  </a:ext>
                </a:extLst>
              </a:tr>
              <a:tr h="551933">
                <a:tc>
                  <a:txBody>
                    <a:bodyPr/>
                    <a:lstStyle/>
                    <a:p>
                      <a:r>
                        <a:rPr kumimoji="1" lang="en-US" altLang="ja-JP" sz="16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Solver</a:t>
                      </a:r>
                      <a:r>
                        <a:rPr kumimoji="1" lang="ja-JP" altLang="en-US" sz="16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オプション</a:t>
                      </a:r>
                      <a:endParaRPr kumimoji="1" lang="ja-JP" altLang="en-US" sz="1600" b="1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高難度の生産スケジューリング問題を解く</a:t>
                      </a:r>
                      <a:r>
                        <a:rPr kumimoji="1" lang="en-US" altLang="ja-JP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</a:t>
                      </a:r>
                      <a:r>
                        <a:rPr kumimoji="1" lang="ja-JP" altLang="en-US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のオプション機能です。</a:t>
                      </a:r>
                      <a:endParaRPr kumimoji="1" lang="ja-JP" altLang="en-US" sz="1500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Complex scheduling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3561877160"/>
                  </a:ext>
                </a:extLst>
              </a:tr>
              <a:tr h="794691">
                <a:tc>
                  <a:txBody>
                    <a:bodyPr/>
                    <a:lstStyle/>
                    <a:p>
                      <a:r>
                        <a:rPr kumimoji="1" lang="en-US" altLang="ja-JP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 NLS</a:t>
                      </a:r>
                      <a:endParaRPr kumimoji="1" lang="ja-JP" altLang="en-US" sz="1600" b="1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Asprova NLS(Network License Server)</a:t>
                      </a:r>
                      <a:r>
                        <a:rPr kumimoji="1" lang="ja-JP" altLang="en-US" sz="1500" dirty="0"/>
                        <a:t>は、ネットワーク環境でのライセンス同時使用数を管理するモジュール</a:t>
                      </a:r>
                      <a:r>
                        <a:rPr kumimoji="1" lang="en-US" altLang="ja-JP" sz="1500" dirty="0"/>
                        <a:t>(</a:t>
                      </a:r>
                      <a:r>
                        <a:rPr kumimoji="1" lang="ja-JP" altLang="en-US" sz="1500" dirty="0"/>
                        <a:t>ライセンス</a:t>
                      </a:r>
                    </a:p>
                    <a:p>
                      <a:r>
                        <a:rPr kumimoji="1" lang="ja-JP" altLang="en-US" sz="1500" dirty="0"/>
                        <a:t>マネージャ</a:t>
                      </a:r>
                      <a:r>
                        <a:rPr kumimoji="1" lang="en-US" altLang="ja-JP" sz="1500" dirty="0"/>
                        <a:t>)</a:t>
                      </a:r>
                      <a:endParaRPr kumimoji="1" lang="ja-JP" altLang="en-US" sz="1500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License Manager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2248331378"/>
                  </a:ext>
                </a:extLst>
              </a:tr>
              <a:tr h="794691">
                <a:tc>
                  <a:txBody>
                    <a:bodyPr/>
                    <a:lstStyle/>
                    <a:p>
                      <a:r>
                        <a:rPr kumimoji="1" lang="en-US" altLang="ja-JP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Asprova DS</a:t>
                      </a:r>
                      <a:endParaRPr kumimoji="1" lang="ja-JP" altLang="en-US" sz="1600" b="1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Asprova DS(Data Server)</a:t>
                      </a:r>
                      <a:r>
                        <a:rPr kumimoji="1" lang="ja-JP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は、ネットワーク環境でのデータ共有を実現するモジュール。</a:t>
                      </a:r>
                      <a:r>
                        <a:rPr kumimoji="1" lang="en-US" altLang="ja-JP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Asprova NLS</a:t>
                      </a:r>
                      <a:r>
                        <a:rPr kumimoji="1" lang="ja-JP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Asprova DS </a:t>
                      </a:r>
                      <a:r>
                        <a:rPr kumimoji="1" lang="ja-JP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の実体は、</a:t>
                      </a:r>
                      <a:r>
                        <a:rPr kumimoji="1" lang="en-US" altLang="ja-JP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AsprovaNLS.exe </a:t>
                      </a:r>
                      <a:r>
                        <a:rPr kumimoji="1" lang="ja-JP" altLang="en-US" sz="15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という１つのサービスプログラム。</a:t>
                      </a:r>
                      <a:endParaRPr kumimoji="1" lang="ja-JP" altLang="en-US" sz="1500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Data Sharing Mod</a:t>
                      </a:r>
                      <a:r>
                        <a:rPr kumimoji="1" lang="en-US" altLang="zh-CN" sz="1500"/>
                        <a:t>ule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3953532311"/>
                  </a:ext>
                </a:extLst>
              </a:tr>
              <a:tr h="757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 Meet</a:t>
                      </a:r>
                    </a:p>
                    <a:p>
                      <a:endParaRPr kumimoji="1" lang="ja-JP" altLang="en-US" sz="1600" b="1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</a:t>
                      </a:r>
                      <a:r>
                        <a:rPr kumimoji="1" lang="ja-JP" altLang="en-US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開発チームとのオンラインコミュニティ、</a:t>
                      </a:r>
                      <a:r>
                        <a:rPr kumimoji="1" lang="en-US" altLang="ja-JP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</a:t>
                      </a:r>
                      <a:r>
                        <a:rPr kumimoji="1" lang="ja-JP" altLang="en-US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の新機能の開発進捗を共有、個別に</a:t>
                      </a:r>
                      <a:r>
                        <a:rPr kumimoji="1" lang="en-US" altLang="ja-JP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</a:t>
                      </a:r>
                      <a:r>
                        <a:rPr kumimoji="1" lang="ja-JP" altLang="en-US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について困ったことを相談する</a:t>
                      </a:r>
                      <a:endParaRPr kumimoji="1" lang="ja-JP" altLang="en-US" sz="1500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zh-CN" sz="1500"/>
                        <a:t>Community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4158009431"/>
                  </a:ext>
                </a:extLst>
              </a:tr>
              <a:tr h="388854">
                <a:tc>
                  <a:txBody>
                    <a:bodyPr/>
                    <a:lstStyle/>
                    <a:p>
                      <a:r>
                        <a:rPr kumimoji="1" lang="en-US" altLang="ja-JP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 Auto MPS</a:t>
                      </a:r>
                      <a:endParaRPr kumimoji="1" lang="ja-JP" altLang="en-US" sz="1600" b="1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最適化</a:t>
                      </a:r>
                      <a:r>
                        <a:rPr kumimoji="1" lang="en-US" altLang="ja-JP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1" lang="ja-JP" altLang="en-US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で基準生産計画</a:t>
                      </a:r>
                      <a:r>
                        <a:rPr kumimoji="1" lang="en-US" altLang="ja-JP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(MPS)</a:t>
                      </a:r>
                      <a:r>
                        <a:rPr kumimoji="1" lang="ja-JP" altLang="en-US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を実現するパッケージ製品です。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zh-CN" sz="1500"/>
                        <a:t>MPS by AI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2286089088"/>
                  </a:ext>
                </a:extLst>
              </a:tr>
              <a:tr h="560051">
                <a:tc>
                  <a:txBody>
                    <a:bodyPr/>
                    <a:lstStyle/>
                    <a:p>
                      <a:r>
                        <a:rPr kumimoji="1" lang="en-US" altLang="ja-JP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 Auto Assembly</a:t>
                      </a:r>
                      <a:endParaRPr kumimoji="1" lang="ja-JP" altLang="en-US" sz="1600" b="1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組立コンベアラインの生産効率を最大化する！最適化</a:t>
                      </a:r>
                      <a:r>
                        <a:rPr kumimoji="1" lang="en-US" altLang="ja-JP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1" lang="ja-JP" altLang="en-US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で投入順序計画を素早く立案 ～</a:t>
                      </a:r>
                      <a:r>
                        <a:rPr kumimoji="1" lang="en-US" altLang="ja-JP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kumimoji="1" lang="ja-JP" altLang="en-US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チョコ停</a:t>
                      </a:r>
                      <a:r>
                        <a:rPr kumimoji="1" lang="en-US" altLang="ja-JP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kumimoji="1" lang="ja-JP" altLang="en-US" sz="1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防止と安定生産の実現～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Assembly Scheduling by AI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388314455"/>
                  </a:ext>
                </a:extLst>
              </a:tr>
              <a:tr h="560051">
                <a:tc>
                  <a:txBody>
                    <a:bodyPr/>
                    <a:lstStyle/>
                    <a:p>
                      <a:r>
                        <a:rPr kumimoji="1" lang="en-US" altLang="ja-JP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 Onboarding Pack</a:t>
                      </a:r>
                      <a:endParaRPr kumimoji="1" lang="ja-JP" altLang="en-US" sz="1600" b="1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/>
                        <a:t>導入（</a:t>
                      </a:r>
                      <a:r>
                        <a:rPr kumimoji="1" lang="en-US" altLang="ja-JP" sz="1500"/>
                        <a:t>Onboarding</a:t>
                      </a:r>
                      <a:r>
                        <a:rPr kumimoji="1" lang="ja-JP" altLang="en-US" sz="1500"/>
                        <a:t>）・計画作成・運用（マスタ更新）の負荷を軽減し、短期間で安定運用へ導くソリューションです。</a:t>
                      </a:r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Implementing APS Services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2736775998"/>
                  </a:ext>
                </a:extLst>
              </a:tr>
              <a:tr h="560051">
                <a:tc>
                  <a:txBody>
                    <a:bodyPr/>
                    <a:lstStyle/>
                    <a:p>
                      <a:r>
                        <a:rPr kumimoji="1" lang="en-US" altLang="ja-JP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Asprova Auto </a:t>
                      </a:r>
                      <a:r>
                        <a:rPr kumimoji="1" lang="en-US" altLang="ja-JP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BatchProcess</a:t>
                      </a:r>
                      <a:endParaRPr kumimoji="1" lang="ja-JP" altLang="en-US" sz="1600" b="1" dirty="0"/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/>
                        <a:t>ッチプロセスの生産計画を、</a:t>
                      </a:r>
                      <a:r>
                        <a:rPr kumimoji="1" lang="en-US" altLang="ja-JP" sz="1500"/>
                        <a:t>AI</a:t>
                      </a:r>
                      <a:r>
                        <a:rPr kumimoji="1" lang="ja-JP" altLang="en-US" sz="1500"/>
                        <a:t>を活用して設備（タンク、充填機など）の洗浄・段取り・空き時間を最小限に抑え、納期を守りながら生産効率を最大化します。</a:t>
                      </a:r>
                    </a:p>
                  </a:txBody>
                  <a:tcPr marL="88431" marR="88431" marT="44215" marB="44215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/>
                        <a:t>Scheduling for Batch Process Manufacturing</a:t>
                      </a:r>
                      <a:endParaRPr kumimoji="1" lang="ja-JP" altLang="en-US" sz="1500"/>
                    </a:p>
                  </a:txBody>
                  <a:tcPr marL="88431" marR="88431" marT="44215" marB="44215"/>
                </a:tc>
                <a:extLst>
                  <a:ext uri="{0D108BD9-81ED-4DB2-BD59-A6C34878D82A}">
                    <a16:rowId xmlns:a16="http://schemas.microsoft.com/office/drawing/2014/main" val="2064310293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B9B661-D398-F396-4970-B8F57B5DA0E8}"/>
              </a:ext>
            </a:extLst>
          </p:cNvPr>
          <p:cNvSpPr txBox="1"/>
          <p:nvPr/>
        </p:nvSpPr>
        <p:spPr>
          <a:xfrm>
            <a:off x="48207" y="22360"/>
            <a:ext cx="1149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Asprova 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製品・サービス一覧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27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F00B1CF-0829-0D72-865E-AAF65351B81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433"/>
          <a:stretch>
            <a:fillRect/>
          </a:stretch>
        </p:blipFill>
        <p:spPr>
          <a:xfrm>
            <a:off x="593898" y="207026"/>
            <a:ext cx="10408399" cy="6650974"/>
          </a:xfrm>
          <a:custGeom>
            <a:avLst/>
            <a:gdLst>
              <a:gd name="csX0" fmla="*/ 0 w 10408399"/>
              <a:gd name="csY0" fmla="*/ 0 h 6650974"/>
              <a:gd name="csX1" fmla="*/ 10408399 w 10408399"/>
              <a:gd name="csY1" fmla="*/ 0 h 6650974"/>
              <a:gd name="csX2" fmla="*/ 10408399 w 10408399"/>
              <a:gd name="csY2" fmla="*/ 6650974 h 6650974"/>
              <a:gd name="csX3" fmla="*/ 0 w 10408399"/>
              <a:gd name="csY3" fmla="*/ 6650974 h 6650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408399" h="6650974">
                <a:moveTo>
                  <a:pt x="0" y="0"/>
                </a:moveTo>
                <a:lnTo>
                  <a:pt x="10408399" y="0"/>
                </a:lnTo>
                <a:lnTo>
                  <a:pt x="10408399" y="6650974"/>
                </a:lnTo>
                <a:lnTo>
                  <a:pt x="0" y="6650974"/>
                </a:lnTo>
                <a:close/>
              </a:path>
            </a:pathLst>
          </a:cu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172B9F-6EFA-712E-2E39-B0F384CC7377}"/>
              </a:ext>
            </a:extLst>
          </p:cNvPr>
          <p:cNvSpPr txBox="1"/>
          <p:nvPr/>
        </p:nvSpPr>
        <p:spPr>
          <a:xfrm>
            <a:off x="48207" y="22360"/>
            <a:ext cx="1149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Asprova NLS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、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Asprova DS 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および 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Asprova 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各モジュールを連携させた場合のイメージ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72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E4EDD9-6068-9892-066F-AA10763FDBEE}"/>
              </a:ext>
            </a:extLst>
          </p:cNvPr>
          <p:cNvSpPr txBox="1"/>
          <p:nvPr/>
        </p:nvSpPr>
        <p:spPr>
          <a:xfrm>
            <a:off x="48207" y="22360"/>
            <a:ext cx="1149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Asprova 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モジュール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C97AA31-FB7B-197D-124B-C9F5AC9D9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15" t="27032" r="35551" b="31610"/>
          <a:stretch>
            <a:fillRect/>
          </a:stretch>
        </p:blipFill>
        <p:spPr>
          <a:xfrm>
            <a:off x="644014" y="382151"/>
            <a:ext cx="7998692" cy="6453489"/>
          </a:xfrm>
          <a:custGeom>
            <a:avLst/>
            <a:gdLst>
              <a:gd name="csX0" fmla="*/ 0 w 3251200"/>
              <a:gd name="csY0" fmla="*/ 0 h 2623127"/>
              <a:gd name="csX1" fmla="*/ 3251200 w 3251200"/>
              <a:gd name="csY1" fmla="*/ 0 h 2623127"/>
              <a:gd name="csX2" fmla="*/ 3251200 w 3251200"/>
              <a:gd name="csY2" fmla="*/ 2623127 h 2623127"/>
              <a:gd name="csX3" fmla="*/ 0 w 3251200"/>
              <a:gd name="csY3" fmla="*/ 2623127 h 2623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51200" h="2623127">
                <a:moveTo>
                  <a:pt x="0" y="0"/>
                </a:moveTo>
                <a:lnTo>
                  <a:pt x="3251200" y="0"/>
                </a:lnTo>
                <a:lnTo>
                  <a:pt x="3251200" y="2623127"/>
                </a:lnTo>
                <a:lnTo>
                  <a:pt x="0" y="262312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71652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E4D617F-DEE0-66DF-9406-27F2D93087F1}"/>
              </a:ext>
            </a:extLst>
          </p:cNvPr>
          <p:cNvSpPr/>
          <p:nvPr/>
        </p:nvSpPr>
        <p:spPr>
          <a:xfrm>
            <a:off x="3657752" y="2927927"/>
            <a:ext cx="3592793" cy="1246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Asprova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E34585-C4E5-B303-0A35-77BAC5789955}"/>
              </a:ext>
            </a:extLst>
          </p:cNvPr>
          <p:cNvSpPr txBox="1"/>
          <p:nvPr/>
        </p:nvSpPr>
        <p:spPr>
          <a:xfrm>
            <a:off x="48207" y="22360"/>
            <a:ext cx="1149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Asprova </a:t>
            </a:r>
            <a:r>
              <a:rPr kumimoji="1" lang="ja-JP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スケジューリング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「作成とリリース」</a:t>
            </a:r>
            <a:endParaRPr lang="en-US" altLang="ja-JP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DDA3C0-BB77-4AA1-0A35-6C7A51AD04F8}"/>
              </a:ext>
            </a:extLst>
          </p:cNvPr>
          <p:cNvSpPr/>
          <p:nvPr/>
        </p:nvSpPr>
        <p:spPr>
          <a:xfrm>
            <a:off x="8169641" y="4692073"/>
            <a:ext cx="3592793" cy="116378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MES</a:t>
            </a:r>
            <a:r>
              <a:rPr lang="ja-JP" altLang="en-US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ー</a:t>
            </a:r>
            <a:r>
              <a:rPr lang="en-US" altLang="ja-JP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Plex</a:t>
            </a:r>
            <a:endParaRPr lang="ja-JP" altLang="en-US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A196DDD-23B2-F94E-990A-2F6BD606E6BC}"/>
              </a:ext>
            </a:extLst>
          </p:cNvPr>
          <p:cNvSpPr/>
          <p:nvPr/>
        </p:nvSpPr>
        <p:spPr>
          <a:xfrm>
            <a:off x="175796" y="671517"/>
            <a:ext cx="3592793" cy="1246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Asprova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フローチャート: 書類 13">
            <a:extLst>
              <a:ext uri="{FF2B5EF4-FFF2-40B4-BE49-F238E27FC236}">
                <a16:creationId xmlns:a16="http://schemas.microsoft.com/office/drawing/2014/main" id="{F86B103A-D550-FD7F-E40B-983F5F7200F1}"/>
              </a:ext>
            </a:extLst>
          </p:cNvPr>
          <p:cNvSpPr/>
          <p:nvPr/>
        </p:nvSpPr>
        <p:spPr>
          <a:xfrm>
            <a:off x="2179935" y="1209963"/>
            <a:ext cx="1357591" cy="600364"/>
          </a:xfrm>
          <a:prstGeom prst="flowChartDocumen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MPS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フローチャート: 書類 14">
            <a:extLst>
              <a:ext uri="{FF2B5EF4-FFF2-40B4-BE49-F238E27FC236}">
                <a16:creationId xmlns:a16="http://schemas.microsoft.com/office/drawing/2014/main" id="{80E95E89-C2F2-2BFD-0D56-BC412EB90410}"/>
              </a:ext>
            </a:extLst>
          </p:cNvPr>
          <p:cNvSpPr/>
          <p:nvPr/>
        </p:nvSpPr>
        <p:spPr>
          <a:xfrm>
            <a:off x="341898" y="1209963"/>
            <a:ext cx="1357591" cy="600364"/>
          </a:xfrm>
          <a:prstGeom prst="flowChartDocumen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MBom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フローチャート: 書類 15">
            <a:extLst>
              <a:ext uri="{FF2B5EF4-FFF2-40B4-BE49-F238E27FC236}">
                <a16:creationId xmlns:a16="http://schemas.microsoft.com/office/drawing/2014/main" id="{B0667ECC-B980-0B20-C1E0-0894B99A6CE8}"/>
              </a:ext>
            </a:extLst>
          </p:cNvPr>
          <p:cNvSpPr/>
          <p:nvPr/>
        </p:nvSpPr>
        <p:spPr>
          <a:xfrm>
            <a:off x="5472698" y="3429000"/>
            <a:ext cx="1491520" cy="600364"/>
          </a:xfrm>
          <a:prstGeom prst="flowChartDocumen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Scheduling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フローチャート: 書類 16">
            <a:extLst>
              <a:ext uri="{FF2B5EF4-FFF2-40B4-BE49-F238E27FC236}">
                <a16:creationId xmlns:a16="http://schemas.microsoft.com/office/drawing/2014/main" id="{96D2DB89-4C63-FEBE-BF2A-6A42DD5168A1}"/>
              </a:ext>
            </a:extLst>
          </p:cNvPr>
          <p:cNvSpPr/>
          <p:nvPr/>
        </p:nvSpPr>
        <p:spPr>
          <a:xfrm>
            <a:off x="3694852" y="3429000"/>
            <a:ext cx="1357591" cy="600364"/>
          </a:xfrm>
          <a:prstGeom prst="flowChartDocumen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PBom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フローチャート: 書類 17">
            <a:extLst>
              <a:ext uri="{FF2B5EF4-FFF2-40B4-BE49-F238E27FC236}">
                <a16:creationId xmlns:a16="http://schemas.microsoft.com/office/drawing/2014/main" id="{74EB9906-BA51-B998-54A7-4D17B8B94589}"/>
              </a:ext>
            </a:extLst>
          </p:cNvPr>
          <p:cNvSpPr/>
          <p:nvPr/>
        </p:nvSpPr>
        <p:spPr>
          <a:xfrm>
            <a:off x="8322270" y="5119255"/>
            <a:ext cx="1357591" cy="600364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PBom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フローチャート: 書類 18">
            <a:extLst>
              <a:ext uri="{FF2B5EF4-FFF2-40B4-BE49-F238E27FC236}">
                <a16:creationId xmlns:a16="http://schemas.microsoft.com/office/drawing/2014/main" id="{28E2C0BB-C629-BA28-B8C8-C1062133719C}"/>
              </a:ext>
            </a:extLst>
          </p:cNvPr>
          <p:cNvSpPr/>
          <p:nvPr/>
        </p:nvSpPr>
        <p:spPr>
          <a:xfrm>
            <a:off x="10081877" y="5119255"/>
            <a:ext cx="1357591" cy="600364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差立計画</a:t>
            </a:r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4F8EA435-4AA7-F096-2D0B-9B3A65ACA604}"/>
              </a:ext>
            </a:extLst>
          </p:cNvPr>
          <p:cNvCxnSpPr>
            <a:cxnSpLocks/>
            <a:stCxn id="13" idx="2"/>
            <a:endCxn id="4" idx="1"/>
          </p:cNvCxnSpPr>
          <p:nvPr/>
        </p:nvCxnSpPr>
        <p:spPr>
          <a:xfrm rot="16200000" flipH="1">
            <a:off x="1998495" y="1892124"/>
            <a:ext cx="1632955" cy="16855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B8BB0B77-3B71-8EA7-8909-96B967799F49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16200000" flipH="1">
            <a:off x="6262331" y="3366655"/>
            <a:ext cx="1099128" cy="27154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6A4A1BF-0475-1951-708C-FCD37816686C}"/>
              </a:ext>
            </a:extLst>
          </p:cNvPr>
          <p:cNvSpPr txBox="1"/>
          <p:nvPr/>
        </p:nvSpPr>
        <p:spPr>
          <a:xfrm>
            <a:off x="1972192" y="2129375"/>
            <a:ext cx="2083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MPS(Forecasts &amp; orders)</a:t>
            </a:r>
            <a:endParaRPr kumimoji="1"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0732323-E885-33EE-A6E1-9813A5081251}"/>
              </a:ext>
            </a:extLst>
          </p:cNvPr>
          <p:cNvSpPr txBox="1"/>
          <p:nvPr/>
        </p:nvSpPr>
        <p:spPr>
          <a:xfrm>
            <a:off x="5472698" y="4416623"/>
            <a:ext cx="2645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Planning</a:t>
            </a:r>
            <a:r>
              <a:rPr lang="ja-JP" altLang="en-US" sz="1400" dirty="0"/>
              <a:t>・</a:t>
            </a:r>
            <a:r>
              <a:rPr lang="en-US" altLang="ja-JP" sz="1400" dirty="0"/>
              <a:t>Scheduling(Released)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2680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5A7D-728B-865B-41A7-DC63C8013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B4B13E-78B9-7224-9FB4-4C29E9783426}"/>
              </a:ext>
            </a:extLst>
          </p:cNvPr>
          <p:cNvSpPr/>
          <p:nvPr/>
        </p:nvSpPr>
        <p:spPr>
          <a:xfrm>
            <a:off x="517389" y="831272"/>
            <a:ext cx="3445011" cy="1246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Asprova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ー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APS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4D268F-C584-308B-E21D-E372EF5FCFD3}"/>
              </a:ext>
            </a:extLst>
          </p:cNvPr>
          <p:cNvSpPr txBox="1"/>
          <p:nvPr/>
        </p:nvSpPr>
        <p:spPr>
          <a:xfrm>
            <a:off x="48207" y="22360"/>
            <a:ext cx="1149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Asprova </a:t>
            </a:r>
            <a:r>
              <a:rPr lang="ja-JP" altLang="en-US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実績反映パターン</a:t>
            </a:r>
            <a:endParaRPr lang="en-US" altLang="ja-JP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フローチャート: 書類 2">
            <a:extLst>
              <a:ext uri="{FF2B5EF4-FFF2-40B4-BE49-F238E27FC236}">
                <a16:creationId xmlns:a16="http://schemas.microsoft.com/office/drawing/2014/main" id="{BE13A388-6735-5F17-F5CA-E50131867EB5}"/>
              </a:ext>
            </a:extLst>
          </p:cNvPr>
          <p:cNvSpPr/>
          <p:nvPr/>
        </p:nvSpPr>
        <p:spPr>
          <a:xfrm>
            <a:off x="628226" y="1265382"/>
            <a:ext cx="1357591" cy="600364"/>
          </a:xfrm>
          <a:prstGeom prst="flowChartDocumen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仕掛品</a:t>
            </a:r>
          </a:p>
        </p:txBody>
      </p:sp>
      <p:sp>
        <p:nvSpPr>
          <p:cNvPr id="5" name="フローチャート: 書類 4">
            <a:extLst>
              <a:ext uri="{FF2B5EF4-FFF2-40B4-BE49-F238E27FC236}">
                <a16:creationId xmlns:a16="http://schemas.microsoft.com/office/drawing/2014/main" id="{728A8CC8-D967-1F99-E75C-BC998EB8A2C7}"/>
              </a:ext>
            </a:extLst>
          </p:cNvPr>
          <p:cNvSpPr/>
          <p:nvPr/>
        </p:nvSpPr>
        <p:spPr>
          <a:xfrm>
            <a:off x="2466262" y="1265382"/>
            <a:ext cx="1357591" cy="600364"/>
          </a:xfrm>
          <a:prstGeom prst="flowChartDocumen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製品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C4FF164-DD25-6A7D-804C-AEC855556A7A}"/>
              </a:ext>
            </a:extLst>
          </p:cNvPr>
          <p:cNvSpPr/>
          <p:nvPr/>
        </p:nvSpPr>
        <p:spPr>
          <a:xfrm>
            <a:off x="5726545" y="831271"/>
            <a:ext cx="4747491" cy="116378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MES</a:t>
            </a:r>
            <a:r>
              <a:rPr lang="ja-JP" altLang="en-US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・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Plex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フローチャート: 定義済み処理 6">
            <a:extLst>
              <a:ext uri="{FF2B5EF4-FFF2-40B4-BE49-F238E27FC236}">
                <a16:creationId xmlns:a16="http://schemas.microsoft.com/office/drawing/2014/main" id="{6BED9449-C1BE-7DF7-DE8D-F708B63C16E2}"/>
              </a:ext>
            </a:extLst>
          </p:cNvPr>
          <p:cNvSpPr/>
          <p:nvPr/>
        </p:nvSpPr>
        <p:spPr>
          <a:xfrm>
            <a:off x="748221" y="2727036"/>
            <a:ext cx="2863120" cy="600364"/>
          </a:xfrm>
          <a:prstGeom prst="flowChartPredefinedProcess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資源ガントチャート</a:t>
            </a:r>
          </a:p>
        </p:txBody>
      </p:sp>
      <p:sp>
        <p:nvSpPr>
          <p:cNvPr id="9" name="フローチャート: 定義済み処理 8">
            <a:extLst>
              <a:ext uri="{FF2B5EF4-FFF2-40B4-BE49-F238E27FC236}">
                <a16:creationId xmlns:a16="http://schemas.microsoft.com/office/drawing/2014/main" id="{603A13E5-A513-0B63-4775-B6CD5C2B9553}"/>
              </a:ext>
            </a:extLst>
          </p:cNvPr>
          <p:cNvSpPr/>
          <p:nvPr/>
        </p:nvSpPr>
        <p:spPr>
          <a:xfrm>
            <a:off x="748221" y="3604491"/>
            <a:ext cx="2863120" cy="600364"/>
          </a:xfrm>
          <a:prstGeom prst="flowChartPredefinedProcess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オーダガントチャート</a:t>
            </a:r>
          </a:p>
        </p:txBody>
      </p:sp>
      <p:sp>
        <p:nvSpPr>
          <p:cNvPr id="10" name="フローチャート: 定義済み処理 9">
            <a:extLst>
              <a:ext uri="{FF2B5EF4-FFF2-40B4-BE49-F238E27FC236}">
                <a16:creationId xmlns:a16="http://schemas.microsoft.com/office/drawing/2014/main" id="{9350BA8B-9E6E-CE80-5E1B-4F237923FE96}"/>
              </a:ext>
            </a:extLst>
          </p:cNvPr>
          <p:cNvSpPr/>
          <p:nvPr/>
        </p:nvSpPr>
        <p:spPr>
          <a:xfrm>
            <a:off x="748221" y="4481946"/>
            <a:ext cx="2863120" cy="600364"/>
          </a:xfrm>
          <a:prstGeom prst="flowChartPredefinedProcess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作業テーブル</a:t>
            </a: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F6FB0F9B-4894-B867-DDF4-9231CAC5BB14}"/>
              </a:ext>
            </a:extLst>
          </p:cNvPr>
          <p:cNvCxnSpPr>
            <a:stCxn id="7" idx="1"/>
          </p:cNvCxnSpPr>
          <p:nvPr/>
        </p:nvCxnSpPr>
        <p:spPr>
          <a:xfrm rot="10800000">
            <a:off x="628227" y="1565564"/>
            <a:ext cx="119995" cy="1461654"/>
          </a:xfrm>
          <a:prstGeom prst="bentConnector3">
            <a:avLst>
              <a:gd name="adj1" fmla="val 290508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B5EED84D-F162-DFB8-2B7E-FDD3CE2CD1F7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628227" y="1565565"/>
            <a:ext cx="119995" cy="2339109"/>
          </a:xfrm>
          <a:prstGeom prst="bentConnector3">
            <a:avLst>
              <a:gd name="adj1" fmla="val 290508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0462C5DC-E8CD-F37A-89A4-0AED51271E71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628227" y="1565564"/>
            <a:ext cx="119995" cy="3216564"/>
          </a:xfrm>
          <a:prstGeom prst="bentConnector3">
            <a:avLst>
              <a:gd name="adj1" fmla="val 290508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B922AE40-764C-F418-30DA-9C216CF782A6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611341" y="1565564"/>
            <a:ext cx="212512" cy="1461654"/>
          </a:xfrm>
          <a:prstGeom prst="bentConnector3">
            <a:avLst>
              <a:gd name="adj1" fmla="val 20757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AC1BB3B5-D647-C2FC-1732-3A7BD81F6ED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611341" y="1565564"/>
            <a:ext cx="212512" cy="2339109"/>
          </a:xfrm>
          <a:prstGeom prst="bentConnector3">
            <a:avLst>
              <a:gd name="adj1" fmla="val 20757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2DC14EC2-A124-14EF-383D-1B29C1016DF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611341" y="1565564"/>
            <a:ext cx="212512" cy="3216564"/>
          </a:xfrm>
          <a:prstGeom prst="bentConnector3">
            <a:avLst>
              <a:gd name="adj1" fmla="val 20757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20B929AB-1A6C-593A-C9F6-A179D0283F48}"/>
              </a:ext>
            </a:extLst>
          </p:cNvPr>
          <p:cNvCxnSpPr>
            <a:cxnSpLocks/>
            <a:stCxn id="6" idx="0"/>
            <a:endCxn id="3" idx="0"/>
          </p:cNvCxnSpPr>
          <p:nvPr/>
        </p:nvCxnSpPr>
        <p:spPr>
          <a:xfrm rot="16200000" flipH="1" flipV="1">
            <a:off x="4486601" y="-2348309"/>
            <a:ext cx="434111" cy="6793269"/>
          </a:xfrm>
          <a:prstGeom prst="bentConnector3">
            <a:avLst>
              <a:gd name="adj1" fmla="val -52659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64F74142-5223-5092-DE07-6CD33D8FFF3E}"/>
              </a:ext>
            </a:extLst>
          </p:cNvPr>
          <p:cNvCxnSpPr>
            <a:cxnSpLocks/>
            <a:stCxn id="6" idx="0"/>
            <a:endCxn id="5" idx="0"/>
          </p:cNvCxnSpPr>
          <p:nvPr/>
        </p:nvCxnSpPr>
        <p:spPr>
          <a:xfrm rot="16200000" flipH="1" flipV="1">
            <a:off x="5405619" y="-1429291"/>
            <a:ext cx="434111" cy="4955233"/>
          </a:xfrm>
          <a:prstGeom prst="bentConnector3">
            <a:avLst>
              <a:gd name="adj1" fmla="val -52659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フローチャート: 定義済み処理 38">
            <a:extLst>
              <a:ext uri="{FF2B5EF4-FFF2-40B4-BE49-F238E27FC236}">
                <a16:creationId xmlns:a16="http://schemas.microsoft.com/office/drawing/2014/main" id="{97A3851B-AD4F-A6B1-43EC-7A3753BAA82A}"/>
              </a:ext>
            </a:extLst>
          </p:cNvPr>
          <p:cNvSpPr/>
          <p:nvPr/>
        </p:nvSpPr>
        <p:spPr>
          <a:xfrm>
            <a:off x="5800437" y="1265382"/>
            <a:ext cx="1911926" cy="600364"/>
          </a:xfrm>
          <a:prstGeom prst="flowChartPredefinedProces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Job</a:t>
            </a:r>
            <a:r>
              <a:rPr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作成・リリース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59BF03D-E2D4-B568-043E-10C6D328CB13}"/>
              </a:ext>
            </a:extLst>
          </p:cNvPr>
          <p:cNvSpPr/>
          <p:nvPr/>
        </p:nvSpPr>
        <p:spPr>
          <a:xfrm>
            <a:off x="457275" y="5449454"/>
            <a:ext cx="3445011" cy="1246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Asprova</a:t>
            </a:r>
            <a:r>
              <a:rPr lang="ja-JP" altLang="en-US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ー</a:t>
            </a:r>
            <a:r>
              <a:rPr lang="en-US" altLang="ja-JP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 Schedule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フローチャート: 定義済み処理 40">
            <a:extLst>
              <a:ext uri="{FF2B5EF4-FFF2-40B4-BE49-F238E27FC236}">
                <a16:creationId xmlns:a16="http://schemas.microsoft.com/office/drawing/2014/main" id="{30486E6A-D674-A325-F70E-1F7F382E47B0}"/>
              </a:ext>
            </a:extLst>
          </p:cNvPr>
          <p:cNvSpPr/>
          <p:nvPr/>
        </p:nvSpPr>
        <p:spPr>
          <a:xfrm>
            <a:off x="701963" y="5928593"/>
            <a:ext cx="2863120" cy="600364"/>
          </a:xfrm>
          <a:prstGeom prst="flowChartPredefinedProcess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実績入力</a:t>
            </a:r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37FDB948-BA29-52E1-0375-C1089190CBFF}"/>
              </a:ext>
            </a:extLst>
          </p:cNvPr>
          <p:cNvCxnSpPr>
            <a:cxnSpLocks/>
            <a:stCxn id="41" idx="1"/>
            <a:endCxn id="3" idx="1"/>
          </p:cNvCxnSpPr>
          <p:nvPr/>
        </p:nvCxnSpPr>
        <p:spPr>
          <a:xfrm rot="10800000">
            <a:off x="628227" y="1565565"/>
            <a:ext cx="73737" cy="4663211"/>
          </a:xfrm>
          <a:prstGeom prst="bentConnector3">
            <a:avLst>
              <a:gd name="adj1" fmla="val 410021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8E721937-A635-FED9-4DA2-5928BE3332F4}"/>
              </a:ext>
            </a:extLst>
          </p:cNvPr>
          <p:cNvCxnSpPr>
            <a:cxnSpLocks/>
            <a:stCxn id="41" idx="3"/>
            <a:endCxn id="5" idx="3"/>
          </p:cNvCxnSpPr>
          <p:nvPr/>
        </p:nvCxnSpPr>
        <p:spPr>
          <a:xfrm flipV="1">
            <a:off x="3565083" y="1565564"/>
            <a:ext cx="258770" cy="4663211"/>
          </a:xfrm>
          <a:prstGeom prst="bentConnector3">
            <a:avLst>
              <a:gd name="adj1" fmla="val 188341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フローチャート: 定義済み処理 47">
            <a:extLst>
              <a:ext uri="{FF2B5EF4-FFF2-40B4-BE49-F238E27FC236}">
                <a16:creationId xmlns:a16="http://schemas.microsoft.com/office/drawing/2014/main" id="{03BDAC4A-7C67-0370-EEA1-1F750732C163}"/>
              </a:ext>
            </a:extLst>
          </p:cNvPr>
          <p:cNvSpPr/>
          <p:nvPr/>
        </p:nvSpPr>
        <p:spPr>
          <a:xfrm>
            <a:off x="8192656" y="1265382"/>
            <a:ext cx="1911926" cy="600364"/>
          </a:xfrm>
          <a:prstGeom prst="flowChartPredefinedProces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生産実績記録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11D7DE03-0EF3-567F-523D-6262FF2EB91D}"/>
              </a:ext>
            </a:extLst>
          </p:cNvPr>
          <p:cNvSpPr/>
          <p:nvPr/>
        </p:nvSpPr>
        <p:spPr>
          <a:xfrm>
            <a:off x="5726544" y="3118428"/>
            <a:ext cx="4747491" cy="116378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Plex</a:t>
            </a:r>
            <a:r>
              <a:rPr lang="ja-JP" altLang="en-US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＆</a:t>
            </a: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O  / 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自前の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＆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フローチャート: 定義済み処理 57">
            <a:extLst>
              <a:ext uri="{FF2B5EF4-FFF2-40B4-BE49-F238E27FC236}">
                <a16:creationId xmlns:a16="http://schemas.microsoft.com/office/drawing/2014/main" id="{90559D61-3F17-61BB-824D-5029CAA36B46}"/>
              </a:ext>
            </a:extLst>
          </p:cNvPr>
          <p:cNvSpPr/>
          <p:nvPr/>
        </p:nvSpPr>
        <p:spPr>
          <a:xfrm>
            <a:off x="5920510" y="3604491"/>
            <a:ext cx="4341090" cy="600364"/>
          </a:xfrm>
          <a:prstGeom prst="flowChartPredefinedProces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製品実績手動入力・自動記録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49D0005-9DA4-F1B4-6648-DD1723114AA4}"/>
              </a:ext>
            </a:extLst>
          </p:cNvPr>
          <p:cNvSpPr/>
          <p:nvPr/>
        </p:nvSpPr>
        <p:spPr>
          <a:xfrm>
            <a:off x="5733444" y="5454076"/>
            <a:ext cx="4747491" cy="116378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Scada/DCS/</a:t>
            </a:r>
            <a:r>
              <a:rPr lang="en-US" altLang="ja-JP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(PLC/CNC/Sensor/IPC)</a:t>
            </a: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48849059-8C74-A3B5-869A-4B3D73AAF0F6}"/>
              </a:ext>
            </a:extLst>
          </p:cNvPr>
          <p:cNvCxnSpPr>
            <a:stCxn id="59" idx="0"/>
            <a:endCxn id="57" idx="2"/>
          </p:cNvCxnSpPr>
          <p:nvPr/>
        </p:nvCxnSpPr>
        <p:spPr>
          <a:xfrm flipH="1" flipV="1">
            <a:off x="8100290" y="4282211"/>
            <a:ext cx="6900" cy="1171865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7310BFFC-AA9A-BD39-1019-BB784B533926}"/>
              </a:ext>
            </a:extLst>
          </p:cNvPr>
          <p:cNvCxnSpPr>
            <a:cxnSpLocks/>
            <a:stCxn id="57" idx="0"/>
            <a:endCxn id="6" idx="2"/>
          </p:cNvCxnSpPr>
          <p:nvPr/>
        </p:nvCxnSpPr>
        <p:spPr>
          <a:xfrm flipV="1">
            <a:off x="8100290" y="1995054"/>
            <a:ext cx="1" cy="1123374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01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D1C28-983F-2F25-A38A-1755CF17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E81AFD-DB56-877C-D492-D8A9D73C274D}"/>
              </a:ext>
            </a:extLst>
          </p:cNvPr>
          <p:cNvSpPr txBox="1"/>
          <p:nvPr/>
        </p:nvSpPr>
        <p:spPr>
          <a:xfrm>
            <a:off x="48207" y="22360"/>
            <a:ext cx="1149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明朝" panose="02020600040205080304" pitchFamily="18" charset="-128"/>
                <a:ea typeface="ＭＳ Ｐ明朝" panose="02020600040205080304" pitchFamily="18" charset="-128"/>
                <a:cs typeface="+mn-cs"/>
              </a:rPr>
              <a:t>Asprova </a:t>
            </a:r>
            <a:r>
              <a:rPr lang="en-US" altLang="ja-JP" b="1" dirty="0">
                <a:solidFill>
                  <a:srgbClr val="000000"/>
                </a:solidFill>
                <a:latin typeface="ＭＳ Ｐ明朝" panose="02020600040205080304" pitchFamily="18" charset="-128"/>
                <a:ea typeface="ＭＳ Ｐ明朝" panose="02020600040205080304" pitchFamily="18" charset="-128"/>
              </a:rPr>
              <a:t>My Schedule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1C345C8-02F5-6DEA-564A-0D3357130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50" y="572654"/>
            <a:ext cx="4084180" cy="606829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2283E34-625E-D810-6F04-879C4D175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672" y="572654"/>
            <a:ext cx="4242803" cy="606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0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006730-BD2C-7822-E069-173D5C6B27E4}"/>
              </a:ext>
            </a:extLst>
          </p:cNvPr>
          <p:cNvSpPr txBox="1"/>
          <p:nvPr/>
        </p:nvSpPr>
        <p:spPr>
          <a:xfrm>
            <a:off x="403123" y="9067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hlinkClick r:id="rId2"/>
              </a:rPr>
              <a:t>e-Learning - e-Learning of Production Scheduling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498379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7428</TotalTime>
  <Words>596</Words>
  <Application>Microsoft Office PowerPoint</Application>
  <PresentationFormat>ワイド画面</PresentationFormat>
  <Paragraphs>116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Microsoft YaHei</vt:lpstr>
      <vt:lpstr>ＭＳ Ｐ明朝</vt:lpstr>
      <vt:lpstr>Aptos</vt:lpstr>
      <vt:lpstr>Aptos Display</vt:lpstr>
      <vt:lpstr>Arial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　HAIBO</dc:creator>
  <cp:lastModifiedBy>LONG　HAIBO</cp:lastModifiedBy>
  <cp:revision>1</cp:revision>
  <dcterms:created xsi:type="dcterms:W3CDTF">2026-04-22T01:28:14Z</dcterms:created>
  <dcterms:modified xsi:type="dcterms:W3CDTF">2026-05-08T05:12:37Z</dcterms:modified>
</cp:coreProperties>
</file>